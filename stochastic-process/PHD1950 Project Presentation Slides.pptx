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057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86" r:id="rId18"/>
    <p:sldId id="271" r:id="rId19"/>
    <p:sldId id="272" r:id="rId20"/>
    <p:sldId id="273" r:id="rId21"/>
    <p:sldId id="275" r:id="rId22"/>
    <p:sldId id="276" r:id="rId23"/>
    <p:sldId id="277" r:id="rId24"/>
    <p:sldId id="279" r:id="rId25"/>
    <p:sldId id="278" r:id="rId26"/>
    <p:sldId id="280" r:id="rId27"/>
    <p:sldId id="284" r:id="rId28"/>
    <p:sldId id="281" r:id="rId29"/>
    <p:sldId id="282" r:id="rId30"/>
    <p:sldId id="285" r:id="rId31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libri Light" panose="020F0302020204030204" pitchFamily="34" charset="0"/>
      <p:regular r:id="rId37"/>
      <p:italic r:id="rId38"/>
    </p:embeddedFont>
    <p:embeddedFont>
      <p:font typeface="Cambria Math" panose="02040503050406030204" pitchFamily="18" charset="0"/>
      <p:regular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D6602A-BA5E-410B-A0FF-BF52A3C4B41D}" v="113" dt="2023-04-17T03:54:40.918"/>
  </p1510:revLst>
</p1510:revInfo>
</file>

<file path=ppt/tableStyles.xml><?xml version="1.0" encoding="utf-8"?>
<a:tblStyleLst xmlns:a="http://schemas.openxmlformats.org/drawingml/2006/main" def="{7DF8364C-EBF6-459D-976C-8C9DFAAE2399}">
  <a:tblStyle styleId="{7DF8364C-EBF6-459D-976C-8C9DFAAE23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6D7DD81-055A-4594-8855-18926C1ADF5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14" autoAdjust="0"/>
  </p:normalViewPr>
  <p:slideViewPr>
    <p:cSldViewPr snapToGrid="0">
      <p:cViewPr varScale="1">
        <p:scale>
          <a:sx n="113" d="100"/>
          <a:sy n="113" d="100"/>
        </p:scale>
        <p:origin x="50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Niecestro" userId="c4a0c0ae6d7df43e" providerId="LiveId" clId="{A2D6602A-BA5E-410B-A0FF-BF52A3C4B41D}"/>
    <pc:docChg chg="undo custSel addSld delSld modSld sldOrd modMainMaster">
      <pc:chgData name="Aaron Niecestro" userId="c4a0c0ae6d7df43e" providerId="LiveId" clId="{A2D6602A-BA5E-410B-A0FF-BF52A3C4B41D}" dt="2023-04-17T04:02:08.949" v="1135" actId="20577"/>
      <pc:docMkLst>
        <pc:docMk/>
      </pc:docMkLst>
      <pc:sldChg chg="addSp delSp modSp mod setBg modNotes modNotesTx">
        <pc:chgData name="Aaron Niecestro" userId="c4a0c0ae6d7df43e" providerId="LiveId" clId="{A2D6602A-BA5E-410B-A0FF-BF52A3C4B41D}" dt="2023-04-17T03:11:06.803" v="823" actId="20577"/>
        <pc:sldMkLst>
          <pc:docMk/>
          <pc:sldMk cId="0" sldId="256"/>
        </pc:sldMkLst>
        <pc:spChg chg="mod">
          <ac:chgData name="Aaron Niecestro" userId="c4a0c0ae6d7df43e" providerId="LiveId" clId="{A2D6602A-BA5E-410B-A0FF-BF52A3C4B41D}" dt="2023-04-17T02:26:11.343" v="288" actId="26606"/>
          <ac:spMkLst>
            <pc:docMk/>
            <pc:sldMk cId="0" sldId="256"/>
            <ac:spMk id="55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26:11.343" v="288" actId="26606"/>
          <ac:spMkLst>
            <pc:docMk/>
            <pc:sldMk cId="0" sldId="256"/>
            <ac:spMk id="56" creationId="{00000000-0000-0000-0000-000000000000}"/>
          </ac:spMkLst>
        </pc:spChg>
        <pc:spChg chg="add del">
          <ac:chgData name="Aaron Niecestro" userId="c4a0c0ae6d7df43e" providerId="LiveId" clId="{A2D6602A-BA5E-410B-A0FF-BF52A3C4B41D}" dt="2023-04-17T02:25:33.782" v="278" actId="26606"/>
          <ac:spMkLst>
            <pc:docMk/>
            <pc:sldMk cId="0" sldId="256"/>
            <ac:spMk id="62" creationId="{FB33DC6A-1F1C-4A06-834E-CFF88F1C0BB9}"/>
          </ac:spMkLst>
        </pc:spChg>
        <pc:spChg chg="add del">
          <ac:chgData name="Aaron Niecestro" userId="c4a0c0ae6d7df43e" providerId="LiveId" clId="{A2D6602A-BA5E-410B-A0FF-BF52A3C4B41D}" dt="2023-04-17T02:25:33.782" v="278" actId="26606"/>
          <ac:spMkLst>
            <pc:docMk/>
            <pc:sldMk cId="0" sldId="256"/>
            <ac:spMk id="64" creationId="{0FE1D5CF-87B8-4A8A-AD3C-01D06A60769B}"/>
          </ac:spMkLst>
        </pc:spChg>
        <pc:spChg chg="add del">
          <ac:chgData name="Aaron Niecestro" userId="c4a0c0ae6d7df43e" providerId="LiveId" clId="{A2D6602A-BA5E-410B-A0FF-BF52A3C4B41D}" dt="2023-04-17T02:25:33.782" v="278" actId="26606"/>
          <ac:spMkLst>
            <pc:docMk/>
            <pc:sldMk cId="0" sldId="256"/>
            <ac:spMk id="66" creationId="{60926200-45C2-41E9-839F-31CD5FE4CD59}"/>
          </ac:spMkLst>
        </pc:spChg>
        <pc:spChg chg="add del">
          <ac:chgData name="Aaron Niecestro" userId="c4a0c0ae6d7df43e" providerId="LiveId" clId="{A2D6602A-BA5E-410B-A0FF-BF52A3C4B41D}" dt="2023-04-17T02:25:33.782" v="278" actId="26606"/>
          <ac:spMkLst>
            <pc:docMk/>
            <pc:sldMk cId="0" sldId="256"/>
            <ac:spMk id="68" creationId="{AF2F604E-43BE-4DC3-B983-E071523364F8}"/>
          </ac:spMkLst>
        </pc:spChg>
        <pc:spChg chg="add del">
          <ac:chgData name="Aaron Niecestro" userId="c4a0c0ae6d7df43e" providerId="LiveId" clId="{A2D6602A-BA5E-410B-A0FF-BF52A3C4B41D}" dt="2023-04-17T02:25:33.782" v="278" actId="26606"/>
          <ac:spMkLst>
            <pc:docMk/>
            <pc:sldMk cId="0" sldId="256"/>
            <ac:spMk id="70" creationId="{08C9B587-E65E-4B52-B37C-ABEBB6E87928}"/>
          </ac:spMkLst>
        </pc:spChg>
        <pc:spChg chg="add del">
          <ac:chgData name="Aaron Niecestro" userId="c4a0c0ae6d7df43e" providerId="LiveId" clId="{A2D6602A-BA5E-410B-A0FF-BF52A3C4B41D}" dt="2023-04-17T02:25:42.190" v="280" actId="26606"/>
          <ac:spMkLst>
            <pc:docMk/>
            <pc:sldMk cId="0" sldId="256"/>
            <ac:spMk id="72" creationId="{0A597D97-203B-498B-95D3-E90DC961039F}"/>
          </ac:spMkLst>
        </pc:spChg>
        <pc:spChg chg="add del">
          <ac:chgData name="Aaron Niecestro" userId="c4a0c0ae6d7df43e" providerId="LiveId" clId="{A2D6602A-BA5E-410B-A0FF-BF52A3C4B41D}" dt="2023-04-17T02:25:42.190" v="280" actId="26606"/>
          <ac:spMkLst>
            <pc:docMk/>
            <pc:sldMk cId="0" sldId="256"/>
            <ac:spMk id="73" creationId="{6A6EF10E-DF41-4BD3-8EB4-6F646531DC26}"/>
          </ac:spMkLst>
        </pc:spChg>
        <pc:spChg chg="add del">
          <ac:chgData name="Aaron Niecestro" userId="c4a0c0ae6d7df43e" providerId="LiveId" clId="{A2D6602A-BA5E-410B-A0FF-BF52A3C4B41D}" dt="2023-04-17T02:26:11.343" v="288" actId="26606"/>
          <ac:spMkLst>
            <pc:docMk/>
            <pc:sldMk cId="0" sldId="256"/>
            <ac:spMk id="75" creationId="{FB33DC6A-1F1C-4A06-834E-CFF88F1C0BB9}"/>
          </ac:spMkLst>
        </pc:spChg>
        <pc:spChg chg="add del">
          <ac:chgData name="Aaron Niecestro" userId="c4a0c0ae6d7df43e" providerId="LiveId" clId="{A2D6602A-BA5E-410B-A0FF-BF52A3C4B41D}" dt="2023-04-17T02:26:11.343" v="288" actId="26606"/>
          <ac:spMkLst>
            <pc:docMk/>
            <pc:sldMk cId="0" sldId="256"/>
            <ac:spMk id="76" creationId="{0FE1D5CF-87B8-4A8A-AD3C-01D06A60769B}"/>
          </ac:spMkLst>
        </pc:spChg>
        <pc:spChg chg="add del">
          <ac:chgData name="Aaron Niecestro" userId="c4a0c0ae6d7df43e" providerId="LiveId" clId="{A2D6602A-BA5E-410B-A0FF-BF52A3C4B41D}" dt="2023-04-17T02:26:11.343" v="288" actId="26606"/>
          <ac:spMkLst>
            <pc:docMk/>
            <pc:sldMk cId="0" sldId="256"/>
            <ac:spMk id="77" creationId="{60926200-45C2-41E9-839F-31CD5FE4CD59}"/>
          </ac:spMkLst>
        </pc:spChg>
        <pc:spChg chg="add del">
          <ac:chgData name="Aaron Niecestro" userId="c4a0c0ae6d7df43e" providerId="LiveId" clId="{A2D6602A-BA5E-410B-A0FF-BF52A3C4B41D}" dt="2023-04-17T02:26:11.343" v="288" actId="26606"/>
          <ac:spMkLst>
            <pc:docMk/>
            <pc:sldMk cId="0" sldId="256"/>
            <ac:spMk id="78" creationId="{AF2F604E-43BE-4DC3-B983-E071523364F8}"/>
          </ac:spMkLst>
        </pc:spChg>
        <pc:spChg chg="add del">
          <ac:chgData name="Aaron Niecestro" userId="c4a0c0ae6d7df43e" providerId="LiveId" clId="{A2D6602A-BA5E-410B-A0FF-BF52A3C4B41D}" dt="2023-04-17T02:26:11.343" v="288" actId="26606"/>
          <ac:spMkLst>
            <pc:docMk/>
            <pc:sldMk cId="0" sldId="256"/>
            <ac:spMk id="79" creationId="{08C9B587-E65E-4B52-B37C-ABEBB6E87928}"/>
          </ac:spMkLst>
        </pc:spChg>
        <pc:picChg chg="mod ord">
          <ac:chgData name="Aaron Niecestro" userId="c4a0c0ae6d7df43e" providerId="LiveId" clId="{A2D6602A-BA5E-410B-A0FF-BF52A3C4B41D}" dt="2023-04-17T02:26:11.343" v="288" actId="26606"/>
          <ac:picMkLst>
            <pc:docMk/>
            <pc:sldMk cId="0" sldId="256"/>
            <ac:picMk id="54" creationId="{00000000-0000-0000-0000-000000000000}"/>
          </ac:picMkLst>
        </pc:picChg>
        <pc:picChg chg="mod ord">
          <ac:chgData name="Aaron Niecestro" userId="c4a0c0ae6d7df43e" providerId="LiveId" clId="{A2D6602A-BA5E-410B-A0FF-BF52A3C4B41D}" dt="2023-04-17T02:26:11.343" v="288" actId="26606"/>
          <ac:picMkLst>
            <pc:docMk/>
            <pc:sldMk cId="0" sldId="256"/>
            <ac:picMk id="57" creationId="{00000000-0000-0000-0000-000000000000}"/>
          </ac:picMkLst>
        </pc:picChg>
      </pc:sldChg>
      <pc:sldChg chg="modSp mod modNotes">
        <pc:chgData name="Aaron Niecestro" userId="c4a0c0ae6d7df43e" providerId="LiveId" clId="{A2D6602A-BA5E-410B-A0FF-BF52A3C4B41D}" dt="2023-04-17T02:15:46.241" v="209"/>
        <pc:sldMkLst>
          <pc:docMk/>
          <pc:sldMk cId="0" sldId="257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57"/>
            <ac:spMk id="62" creationId="{00000000-0000-0000-0000-000000000000}"/>
          </ac:spMkLst>
        </pc:spChg>
      </pc:sldChg>
      <pc:sldChg chg="modSp mod modAnim modNotes">
        <pc:chgData name="Aaron Niecestro" userId="c4a0c0ae6d7df43e" providerId="LiveId" clId="{A2D6602A-BA5E-410B-A0FF-BF52A3C4B41D}" dt="2023-04-17T02:27:45.395" v="289"/>
        <pc:sldMkLst>
          <pc:docMk/>
          <pc:sldMk cId="0" sldId="258"/>
        </pc:sldMkLst>
        <pc:spChg chg="mod">
          <ac:chgData name="Aaron Niecestro" userId="c4a0c0ae6d7df43e" providerId="LiveId" clId="{A2D6602A-BA5E-410B-A0FF-BF52A3C4B41D}" dt="2023-04-17T02:13:08.266" v="115" actId="27636"/>
          <ac:spMkLst>
            <pc:docMk/>
            <pc:sldMk cId="0" sldId="258"/>
            <ac:spMk id="70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19:20.521" v="219" actId="1076"/>
          <ac:spMkLst>
            <pc:docMk/>
            <pc:sldMk cId="0" sldId="258"/>
            <ac:spMk id="71" creationId="{00000000-0000-0000-0000-000000000000}"/>
          </ac:spMkLst>
        </pc:spChg>
      </pc:sldChg>
      <pc:sldChg chg="addSp delSp modSp mod setBg modNotes modNotesTx">
        <pc:chgData name="Aaron Niecestro" userId="c4a0c0ae6d7df43e" providerId="LiveId" clId="{A2D6602A-BA5E-410B-A0FF-BF52A3C4B41D}" dt="2023-04-17T03:02:30.594" v="540" actId="20577"/>
        <pc:sldMkLst>
          <pc:docMk/>
          <pc:sldMk cId="0" sldId="259"/>
        </pc:sldMkLst>
        <pc:spChg chg="mod">
          <ac:chgData name="Aaron Niecestro" userId="c4a0c0ae6d7df43e" providerId="LiveId" clId="{A2D6602A-BA5E-410B-A0FF-BF52A3C4B41D}" dt="2023-04-17T02:22:50.853" v="269" actId="26606"/>
          <ac:spMkLst>
            <pc:docMk/>
            <pc:sldMk cId="0" sldId="259"/>
            <ac:spMk id="77" creationId="{00000000-0000-0000-0000-000000000000}"/>
          </ac:spMkLst>
        </pc:spChg>
        <pc:spChg chg="del mod">
          <ac:chgData name="Aaron Niecestro" userId="c4a0c0ae6d7df43e" providerId="LiveId" clId="{A2D6602A-BA5E-410B-A0FF-BF52A3C4B41D}" dt="2023-04-17T02:22:50.894" v="270" actId="26606"/>
          <ac:spMkLst>
            <pc:docMk/>
            <pc:sldMk cId="0" sldId="259"/>
            <ac:spMk id="78" creationId="{00000000-0000-0000-0000-000000000000}"/>
          </ac:spMkLst>
        </pc:spChg>
        <pc:spChg chg="add del">
          <ac:chgData name="Aaron Niecestro" userId="c4a0c0ae6d7df43e" providerId="LiveId" clId="{A2D6602A-BA5E-410B-A0FF-BF52A3C4B41D}" dt="2023-04-17T02:22:18.941" v="251" actId="26606"/>
          <ac:spMkLst>
            <pc:docMk/>
            <pc:sldMk cId="0" sldId="259"/>
            <ac:spMk id="83" creationId="{45D37F4E-DDB4-456B-97E0-9937730A039F}"/>
          </ac:spMkLst>
        </pc:spChg>
        <pc:spChg chg="add del">
          <ac:chgData name="Aaron Niecestro" userId="c4a0c0ae6d7df43e" providerId="LiveId" clId="{A2D6602A-BA5E-410B-A0FF-BF52A3C4B41D}" dt="2023-04-17T02:22:18.941" v="251" actId="26606"/>
          <ac:spMkLst>
            <pc:docMk/>
            <pc:sldMk cId="0" sldId="259"/>
            <ac:spMk id="85" creationId="{B2DD41CD-8F47-4F56-AD12-4E2FF7696987}"/>
          </ac:spMkLst>
        </pc:spChg>
        <pc:spChg chg="add del">
          <ac:chgData name="Aaron Niecestro" userId="c4a0c0ae6d7df43e" providerId="LiveId" clId="{A2D6602A-BA5E-410B-A0FF-BF52A3C4B41D}" dt="2023-04-17T02:22:20.124" v="253" actId="26606"/>
          <ac:spMkLst>
            <pc:docMk/>
            <pc:sldMk cId="0" sldId="259"/>
            <ac:spMk id="87" creationId="{0007FE00-9498-4706-B255-6437B0252C02}"/>
          </ac:spMkLst>
        </pc:spChg>
        <pc:spChg chg="add del">
          <ac:chgData name="Aaron Niecestro" userId="c4a0c0ae6d7df43e" providerId="LiveId" clId="{A2D6602A-BA5E-410B-A0FF-BF52A3C4B41D}" dt="2023-04-17T02:22:20.124" v="253" actId="26606"/>
          <ac:spMkLst>
            <pc:docMk/>
            <pc:sldMk cId="0" sldId="259"/>
            <ac:spMk id="88" creationId="{2EB492CD-616E-47F8-933B-5E2D952A0593}"/>
          </ac:spMkLst>
        </pc:spChg>
        <pc:spChg chg="add del">
          <ac:chgData name="Aaron Niecestro" userId="c4a0c0ae6d7df43e" providerId="LiveId" clId="{A2D6602A-BA5E-410B-A0FF-BF52A3C4B41D}" dt="2023-04-17T02:22:20.124" v="253" actId="26606"/>
          <ac:spMkLst>
            <pc:docMk/>
            <pc:sldMk cId="0" sldId="259"/>
            <ac:spMk id="89" creationId="{59383CF9-23B5-4335-9B21-1791C4CF1C75}"/>
          </ac:spMkLst>
        </pc:spChg>
        <pc:spChg chg="add del">
          <ac:chgData name="Aaron Niecestro" userId="c4a0c0ae6d7df43e" providerId="LiveId" clId="{A2D6602A-BA5E-410B-A0FF-BF52A3C4B41D}" dt="2023-04-17T02:22:22.088" v="255" actId="26606"/>
          <ac:spMkLst>
            <pc:docMk/>
            <pc:sldMk cId="0" sldId="259"/>
            <ac:spMk id="91" creationId="{637B2035-1FCB-439A-B421-095E136C7E07}"/>
          </ac:spMkLst>
        </pc:spChg>
        <pc:spChg chg="add del">
          <ac:chgData name="Aaron Niecestro" userId="c4a0c0ae6d7df43e" providerId="LiveId" clId="{A2D6602A-BA5E-410B-A0FF-BF52A3C4B41D}" dt="2023-04-17T02:22:22.088" v="255" actId="26606"/>
          <ac:spMkLst>
            <pc:docMk/>
            <pc:sldMk cId="0" sldId="259"/>
            <ac:spMk id="92" creationId="{676D6CDF-C512-4739-B158-55EE955EFA39}"/>
          </ac:spMkLst>
        </pc:spChg>
        <pc:spChg chg="add del">
          <ac:chgData name="Aaron Niecestro" userId="c4a0c0ae6d7df43e" providerId="LiveId" clId="{A2D6602A-BA5E-410B-A0FF-BF52A3C4B41D}" dt="2023-04-17T02:22:31.258" v="257" actId="26606"/>
          <ac:spMkLst>
            <pc:docMk/>
            <pc:sldMk cId="0" sldId="259"/>
            <ac:spMk id="94" creationId="{7FF47CB7-972F-479F-A36D-9E72D26EC8DA}"/>
          </ac:spMkLst>
        </pc:spChg>
        <pc:spChg chg="add del">
          <ac:chgData name="Aaron Niecestro" userId="c4a0c0ae6d7df43e" providerId="LiveId" clId="{A2D6602A-BA5E-410B-A0FF-BF52A3C4B41D}" dt="2023-04-17T02:22:31.258" v="257" actId="26606"/>
          <ac:spMkLst>
            <pc:docMk/>
            <pc:sldMk cId="0" sldId="259"/>
            <ac:spMk id="95" creationId="{0D153B68-5844-490D-8E67-F616D6D721CA}"/>
          </ac:spMkLst>
        </pc:spChg>
        <pc:spChg chg="add del">
          <ac:chgData name="Aaron Niecestro" userId="c4a0c0ae6d7df43e" providerId="LiveId" clId="{A2D6602A-BA5E-410B-A0FF-BF52A3C4B41D}" dt="2023-04-17T02:22:31.258" v="257" actId="26606"/>
          <ac:spMkLst>
            <pc:docMk/>
            <pc:sldMk cId="0" sldId="259"/>
            <ac:spMk id="96" creationId="{9A0D773F-7A7D-4DBB-9DEA-86BB8B8F4BC8}"/>
          </ac:spMkLst>
        </pc:spChg>
        <pc:spChg chg="add del">
          <ac:chgData name="Aaron Niecestro" userId="c4a0c0ae6d7df43e" providerId="LiveId" clId="{A2D6602A-BA5E-410B-A0FF-BF52A3C4B41D}" dt="2023-04-17T02:22:36.286" v="259" actId="26606"/>
          <ac:spMkLst>
            <pc:docMk/>
            <pc:sldMk cId="0" sldId="259"/>
            <ac:spMk id="98" creationId="{5D13CC36-B950-4F02-9BAF-9A7EB267398C}"/>
          </ac:spMkLst>
        </pc:spChg>
        <pc:spChg chg="add del">
          <ac:chgData name="Aaron Niecestro" userId="c4a0c0ae6d7df43e" providerId="LiveId" clId="{A2D6602A-BA5E-410B-A0FF-BF52A3C4B41D}" dt="2023-04-17T02:22:36.286" v="259" actId="26606"/>
          <ac:spMkLst>
            <pc:docMk/>
            <pc:sldMk cId="0" sldId="259"/>
            <ac:spMk id="99" creationId="{4F2E2428-58BA-458D-AA54-05502E63F32F}"/>
          </ac:spMkLst>
        </pc:spChg>
        <pc:spChg chg="add del">
          <ac:chgData name="Aaron Niecestro" userId="c4a0c0ae6d7df43e" providerId="LiveId" clId="{A2D6602A-BA5E-410B-A0FF-BF52A3C4B41D}" dt="2023-04-17T02:22:41.147" v="261" actId="26606"/>
          <ac:spMkLst>
            <pc:docMk/>
            <pc:sldMk cId="0" sldId="259"/>
            <ac:spMk id="101" creationId="{DBC6133C-0615-4CE4-9132-37E609A9BDFA}"/>
          </ac:spMkLst>
        </pc:spChg>
        <pc:spChg chg="add del">
          <ac:chgData name="Aaron Niecestro" userId="c4a0c0ae6d7df43e" providerId="LiveId" clId="{A2D6602A-BA5E-410B-A0FF-BF52A3C4B41D}" dt="2023-04-17T02:22:41.147" v="261" actId="26606"/>
          <ac:spMkLst>
            <pc:docMk/>
            <pc:sldMk cId="0" sldId="259"/>
            <ac:spMk id="102" creationId="{169CC832-2974-4E8D-90ED-3E2941BA7336}"/>
          </ac:spMkLst>
        </pc:spChg>
        <pc:spChg chg="add del">
          <ac:chgData name="Aaron Niecestro" userId="c4a0c0ae6d7df43e" providerId="LiveId" clId="{A2D6602A-BA5E-410B-A0FF-BF52A3C4B41D}" dt="2023-04-17T02:22:41.147" v="261" actId="26606"/>
          <ac:spMkLst>
            <pc:docMk/>
            <pc:sldMk cId="0" sldId="259"/>
            <ac:spMk id="103" creationId="{55222F96-971A-4F90-B841-6BAB416C7AC1}"/>
          </ac:spMkLst>
        </pc:spChg>
        <pc:spChg chg="add del">
          <ac:chgData name="Aaron Niecestro" userId="c4a0c0ae6d7df43e" providerId="LiveId" clId="{A2D6602A-BA5E-410B-A0FF-BF52A3C4B41D}" dt="2023-04-17T02:22:41.147" v="261" actId="26606"/>
          <ac:spMkLst>
            <pc:docMk/>
            <pc:sldMk cId="0" sldId="259"/>
            <ac:spMk id="104" creationId="{08980754-6F4B-43C9-B9BE-127B6BED6586}"/>
          </ac:spMkLst>
        </pc:spChg>
        <pc:spChg chg="add del">
          <ac:chgData name="Aaron Niecestro" userId="c4a0c0ae6d7df43e" providerId="LiveId" clId="{A2D6602A-BA5E-410B-A0FF-BF52A3C4B41D}" dt="2023-04-17T02:22:41.147" v="261" actId="26606"/>
          <ac:spMkLst>
            <pc:docMk/>
            <pc:sldMk cId="0" sldId="259"/>
            <ac:spMk id="105" creationId="{2C1BBA94-3F40-40AA-8BB9-E69E25E537C1}"/>
          </ac:spMkLst>
        </pc:spChg>
        <pc:spChg chg="add del">
          <ac:chgData name="Aaron Niecestro" userId="c4a0c0ae6d7df43e" providerId="LiveId" clId="{A2D6602A-BA5E-410B-A0FF-BF52A3C4B41D}" dt="2023-04-17T02:22:45.630" v="263" actId="26606"/>
          <ac:spMkLst>
            <pc:docMk/>
            <pc:sldMk cId="0" sldId="259"/>
            <ac:spMk id="107" creationId="{12609869-9E80-471B-A487-A53288E0E791}"/>
          </ac:spMkLst>
        </pc:spChg>
        <pc:spChg chg="add del">
          <ac:chgData name="Aaron Niecestro" userId="c4a0c0ae6d7df43e" providerId="LiveId" clId="{A2D6602A-BA5E-410B-A0FF-BF52A3C4B41D}" dt="2023-04-17T02:22:45.630" v="263" actId="26606"/>
          <ac:spMkLst>
            <pc:docMk/>
            <pc:sldMk cId="0" sldId="259"/>
            <ac:spMk id="108" creationId="{7004738A-9D34-43E8-97D2-CA0EED4F8BE0}"/>
          </ac:spMkLst>
        </pc:spChg>
        <pc:spChg chg="add del">
          <ac:chgData name="Aaron Niecestro" userId="c4a0c0ae6d7df43e" providerId="LiveId" clId="{A2D6602A-BA5E-410B-A0FF-BF52A3C4B41D}" dt="2023-04-17T02:22:45.630" v="263" actId="26606"/>
          <ac:spMkLst>
            <pc:docMk/>
            <pc:sldMk cId="0" sldId="259"/>
            <ac:spMk id="109" creationId="{B8B8D07F-F13E-443E-BA68-2D26672D76B9}"/>
          </ac:spMkLst>
        </pc:spChg>
        <pc:spChg chg="add del">
          <ac:chgData name="Aaron Niecestro" userId="c4a0c0ae6d7df43e" providerId="LiveId" clId="{A2D6602A-BA5E-410B-A0FF-BF52A3C4B41D}" dt="2023-04-17T02:22:45.630" v="263" actId="26606"/>
          <ac:spMkLst>
            <pc:docMk/>
            <pc:sldMk cId="0" sldId="259"/>
            <ac:spMk id="110" creationId="{2813A4FA-24A5-41ED-A534-3807D1B2F344}"/>
          </ac:spMkLst>
        </pc:spChg>
        <pc:spChg chg="add del">
          <ac:chgData name="Aaron Niecestro" userId="c4a0c0ae6d7df43e" providerId="LiveId" clId="{A2D6602A-BA5E-410B-A0FF-BF52A3C4B41D}" dt="2023-04-17T02:22:45.630" v="263" actId="26606"/>
          <ac:spMkLst>
            <pc:docMk/>
            <pc:sldMk cId="0" sldId="259"/>
            <ac:spMk id="111" creationId="{C3944F27-CA70-4E84-A51A-E6BF89558979}"/>
          </ac:spMkLst>
        </pc:spChg>
        <pc:spChg chg="add del">
          <ac:chgData name="Aaron Niecestro" userId="c4a0c0ae6d7df43e" providerId="LiveId" clId="{A2D6602A-BA5E-410B-A0FF-BF52A3C4B41D}" dt="2023-04-17T02:22:47.259" v="265" actId="26606"/>
          <ac:spMkLst>
            <pc:docMk/>
            <pc:sldMk cId="0" sldId="259"/>
            <ac:spMk id="113" creationId="{1E020063-2385-44AC-BD67-258E1F0B9FCE}"/>
          </ac:spMkLst>
        </pc:spChg>
        <pc:spChg chg="add del">
          <ac:chgData name="Aaron Niecestro" userId="c4a0c0ae6d7df43e" providerId="LiveId" clId="{A2D6602A-BA5E-410B-A0FF-BF52A3C4B41D}" dt="2023-04-17T02:22:47.259" v="265" actId="26606"/>
          <ac:spMkLst>
            <pc:docMk/>
            <pc:sldMk cId="0" sldId="259"/>
            <ac:spMk id="114" creationId="{7E014A0B-5338-4077-AFE9-A90D04D4492B}"/>
          </ac:spMkLst>
        </pc:spChg>
        <pc:spChg chg="add del">
          <ac:chgData name="Aaron Niecestro" userId="c4a0c0ae6d7df43e" providerId="LiveId" clId="{A2D6602A-BA5E-410B-A0FF-BF52A3C4B41D}" dt="2023-04-17T02:22:49.462" v="267" actId="26606"/>
          <ac:spMkLst>
            <pc:docMk/>
            <pc:sldMk cId="0" sldId="259"/>
            <ac:spMk id="123" creationId="{D1942232-83D0-49E2-AF9B-1F97E3C1EF8E}"/>
          </ac:spMkLst>
        </pc:spChg>
        <pc:spChg chg="add del">
          <ac:chgData name="Aaron Niecestro" userId="c4a0c0ae6d7df43e" providerId="LiveId" clId="{A2D6602A-BA5E-410B-A0FF-BF52A3C4B41D}" dt="2023-04-17T02:22:49.462" v="267" actId="26606"/>
          <ac:spMkLst>
            <pc:docMk/>
            <pc:sldMk cId="0" sldId="259"/>
            <ac:spMk id="124" creationId="{E9E70D72-6E23-4015-A4A6-85C120C19167}"/>
          </ac:spMkLst>
        </pc:spChg>
        <pc:spChg chg="add del">
          <ac:chgData name="Aaron Niecestro" userId="c4a0c0ae6d7df43e" providerId="LiveId" clId="{A2D6602A-BA5E-410B-A0FF-BF52A3C4B41D}" dt="2023-04-17T02:22:50.853" v="269" actId="26606"/>
          <ac:spMkLst>
            <pc:docMk/>
            <pc:sldMk cId="0" sldId="259"/>
            <ac:spMk id="136" creationId="{5D13CC36-B950-4F02-9BAF-9A7EB267398C}"/>
          </ac:spMkLst>
        </pc:spChg>
        <pc:spChg chg="add del">
          <ac:chgData name="Aaron Niecestro" userId="c4a0c0ae6d7df43e" providerId="LiveId" clId="{A2D6602A-BA5E-410B-A0FF-BF52A3C4B41D}" dt="2023-04-17T02:22:50.853" v="269" actId="26606"/>
          <ac:spMkLst>
            <pc:docMk/>
            <pc:sldMk cId="0" sldId="259"/>
            <ac:spMk id="137" creationId="{4F2E2428-58BA-458D-AA54-05502E63F32F}"/>
          </ac:spMkLst>
        </pc:spChg>
        <pc:grpChg chg="add del">
          <ac:chgData name="Aaron Niecestro" userId="c4a0c0ae6d7df43e" providerId="LiveId" clId="{A2D6602A-BA5E-410B-A0FF-BF52A3C4B41D}" dt="2023-04-17T02:22:47.259" v="265" actId="26606"/>
          <ac:grpSpMkLst>
            <pc:docMk/>
            <pc:sldMk cId="0" sldId="259"/>
            <ac:grpSpMk id="93" creationId="{466920E5-8640-4C24-A775-8647637094A7}"/>
          </ac:grpSpMkLst>
        </pc:grpChg>
        <pc:grpChg chg="add del">
          <ac:chgData name="Aaron Niecestro" userId="c4a0c0ae6d7df43e" providerId="LiveId" clId="{A2D6602A-BA5E-410B-A0FF-BF52A3C4B41D}" dt="2023-04-17T02:22:47.259" v="265" actId="26606"/>
          <ac:grpSpMkLst>
            <pc:docMk/>
            <pc:sldMk cId="0" sldId="259"/>
            <ac:grpSpMk id="115" creationId="{78127680-150F-4A90-9950-F66392578116}"/>
          </ac:grpSpMkLst>
        </pc:grpChg>
        <pc:grpChg chg="add del">
          <ac:chgData name="Aaron Niecestro" userId="c4a0c0ae6d7df43e" providerId="LiveId" clId="{A2D6602A-BA5E-410B-A0FF-BF52A3C4B41D}" dt="2023-04-17T02:22:49.462" v="267" actId="26606"/>
          <ac:grpSpMkLst>
            <pc:docMk/>
            <pc:sldMk cId="0" sldId="259"/>
            <ac:grpSpMk id="125" creationId="{C28A977F-B603-4D81-B0FC-C8DE048A7931}"/>
          </ac:grpSpMkLst>
        </pc:grpChg>
        <pc:grpChg chg="add del">
          <ac:chgData name="Aaron Niecestro" userId="c4a0c0ae6d7df43e" providerId="LiveId" clId="{A2D6602A-BA5E-410B-A0FF-BF52A3C4B41D}" dt="2023-04-17T02:22:49.462" v="267" actId="26606"/>
          <ac:grpSpMkLst>
            <pc:docMk/>
            <pc:sldMk cId="0" sldId="259"/>
            <ac:grpSpMk id="130" creationId="{C78D9229-E61D-4FEE-8321-2F8B64A8CADF}"/>
          </ac:grpSpMkLst>
        </pc:grpChg>
        <pc:graphicFrameChg chg="add mod">
          <ac:chgData name="Aaron Niecestro" userId="c4a0c0ae6d7df43e" providerId="LiveId" clId="{A2D6602A-BA5E-410B-A0FF-BF52A3C4B41D}" dt="2023-04-17T02:23:11.310" v="271" actId="20577"/>
          <ac:graphicFrameMkLst>
            <pc:docMk/>
            <pc:sldMk cId="0" sldId="259"/>
            <ac:graphicFrameMk id="80" creationId="{59A43198-5CD2-7C2B-5952-98ACBC152310}"/>
          </ac:graphicFrameMkLst>
        </pc:graphicFrameChg>
        <pc:picChg chg="mod ord">
          <ac:chgData name="Aaron Niecestro" userId="c4a0c0ae6d7df43e" providerId="LiveId" clId="{A2D6602A-BA5E-410B-A0FF-BF52A3C4B41D}" dt="2023-04-17T02:23:56.834" v="276" actId="14100"/>
          <ac:picMkLst>
            <pc:docMk/>
            <pc:sldMk cId="0" sldId="259"/>
            <ac:picMk id="76" creationId="{00000000-0000-0000-0000-000000000000}"/>
          </ac:picMkLst>
        </pc:picChg>
      </pc:sldChg>
      <pc:sldChg chg="modSp mod modNotes">
        <pc:chgData name="Aaron Niecestro" userId="c4a0c0ae6d7df43e" providerId="LiveId" clId="{A2D6602A-BA5E-410B-A0FF-BF52A3C4B41D}" dt="2023-04-17T02:15:46.241" v="209"/>
        <pc:sldMkLst>
          <pc:docMk/>
          <pc:sldMk cId="0" sldId="260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60"/>
            <ac:spMk id="83" creationId="{00000000-0000-0000-0000-000000000000}"/>
          </ac:spMkLst>
        </pc:spChg>
      </pc:sldChg>
      <pc:sldChg chg="modSp mod modNotes">
        <pc:chgData name="Aaron Niecestro" userId="c4a0c0ae6d7df43e" providerId="LiveId" clId="{A2D6602A-BA5E-410B-A0FF-BF52A3C4B41D}" dt="2023-04-17T03:46:12.692" v="930" actId="20577"/>
        <pc:sldMkLst>
          <pc:docMk/>
          <pc:sldMk cId="0" sldId="261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61"/>
            <ac:spMk id="89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3:46:12.692" v="930" actId="20577"/>
          <ac:spMkLst>
            <pc:docMk/>
            <pc:sldMk cId="0" sldId="261"/>
            <ac:spMk id="90" creationId="{00000000-0000-0000-0000-000000000000}"/>
          </ac:spMkLst>
        </pc:spChg>
      </pc:sldChg>
      <pc:sldChg chg="modSp mod modNotesTx">
        <pc:chgData name="Aaron Niecestro" userId="c4a0c0ae6d7df43e" providerId="LiveId" clId="{A2D6602A-BA5E-410B-A0FF-BF52A3C4B41D}" dt="2023-04-17T03:03:33.578" v="557" actId="20577"/>
        <pc:sldMkLst>
          <pc:docMk/>
          <pc:sldMk cId="0" sldId="262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62"/>
            <ac:spMk id="95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35:20.826" v="360" actId="20577"/>
          <ac:spMkLst>
            <pc:docMk/>
            <pc:sldMk cId="0" sldId="262"/>
            <ac:spMk id="96" creationId="{00000000-0000-0000-0000-000000000000}"/>
          </ac:spMkLst>
        </pc:spChg>
      </pc:sldChg>
      <pc:sldChg chg="modSp mod modNotesTx">
        <pc:chgData name="Aaron Niecestro" userId="c4a0c0ae6d7df43e" providerId="LiveId" clId="{A2D6602A-BA5E-410B-A0FF-BF52A3C4B41D}" dt="2023-04-17T03:13:36.495" v="870" actId="20577"/>
        <pc:sldMkLst>
          <pc:docMk/>
          <pc:sldMk cId="0" sldId="263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63"/>
            <ac:spMk id="102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3:10:30.731" v="798" actId="20577"/>
          <ac:spMkLst>
            <pc:docMk/>
            <pc:sldMk cId="0" sldId="263"/>
            <ac:spMk id="103" creationId="{00000000-0000-0000-0000-000000000000}"/>
          </ac:spMkLst>
        </pc:spChg>
      </pc:sldChg>
      <pc:sldChg chg="addSp delSp modSp mod setBg modNotes">
        <pc:chgData name="Aaron Niecestro" userId="c4a0c0ae6d7df43e" providerId="LiveId" clId="{A2D6602A-BA5E-410B-A0FF-BF52A3C4B41D}" dt="2023-04-17T02:39:44.866" v="364" actId="1076"/>
        <pc:sldMkLst>
          <pc:docMk/>
          <pc:sldMk cId="0" sldId="264"/>
        </pc:sldMkLst>
        <pc:spChg chg="mod">
          <ac:chgData name="Aaron Niecestro" userId="c4a0c0ae6d7df43e" providerId="LiveId" clId="{A2D6602A-BA5E-410B-A0FF-BF52A3C4B41D}" dt="2023-04-17T02:39:35.972" v="363" actId="26606"/>
          <ac:spMkLst>
            <pc:docMk/>
            <pc:sldMk cId="0" sldId="264"/>
            <ac:spMk id="108" creationId="{00000000-0000-0000-0000-000000000000}"/>
          </ac:spMkLst>
        </pc:spChg>
        <pc:spChg chg="add del">
          <ac:chgData name="Aaron Niecestro" userId="c4a0c0ae6d7df43e" providerId="LiveId" clId="{A2D6602A-BA5E-410B-A0FF-BF52A3C4B41D}" dt="2023-04-17T02:39:35.972" v="363" actId="26606"/>
          <ac:spMkLst>
            <pc:docMk/>
            <pc:sldMk cId="0" sldId="264"/>
            <ac:spMk id="114" creationId="{6753252F-4873-4F63-801D-CC719279A7D5}"/>
          </ac:spMkLst>
        </pc:spChg>
        <pc:spChg chg="add del">
          <ac:chgData name="Aaron Niecestro" userId="c4a0c0ae6d7df43e" providerId="LiveId" clId="{A2D6602A-BA5E-410B-A0FF-BF52A3C4B41D}" dt="2023-04-17T02:39:35.972" v="363" actId="26606"/>
          <ac:spMkLst>
            <pc:docMk/>
            <pc:sldMk cId="0" sldId="264"/>
            <ac:spMk id="116" creationId="{047C8CCB-F95D-4249-92DD-651249D3535A}"/>
          </ac:spMkLst>
        </pc:spChg>
        <pc:picChg chg="mod">
          <ac:chgData name="Aaron Niecestro" userId="c4a0c0ae6d7df43e" providerId="LiveId" clId="{A2D6602A-BA5E-410B-A0FF-BF52A3C4B41D}" dt="2023-04-17T02:39:44.866" v="364" actId="1076"/>
          <ac:picMkLst>
            <pc:docMk/>
            <pc:sldMk cId="0" sldId="264"/>
            <ac:picMk id="109" creationId="{00000000-0000-0000-0000-000000000000}"/>
          </ac:picMkLst>
        </pc:picChg>
      </pc:sldChg>
      <pc:sldChg chg="modSp mod modNotes modNotesTx">
        <pc:chgData name="Aaron Niecestro" userId="c4a0c0ae6d7df43e" providerId="LiveId" clId="{A2D6602A-BA5E-410B-A0FF-BF52A3C4B41D}" dt="2023-04-17T03:13:32.897" v="869" actId="20577"/>
        <pc:sldMkLst>
          <pc:docMk/>
          <pc:sldMk cId="0" sldId="265"/>
        </pc:sldMkLst>
        <pc:spChg chg="mod">
          <ac:chgData name="Aaron Niecestro" userId="c4a0c0ae6d7df43e" providerId="LiveId" clId="{A2D6602A-BA5E-410B-A0FF-BF52A3C4B41D}" dt="2023-04-17T02:42:08.245" v="379" actId="120"/>
          <ac:spMkLst>
            <pc:docMk/>
            <pc:sldMk cId="0" sldId="265"/>
            <ac:spMk id="114" creationId="{00000000-0000-0000-0000-000000000000}"/>
          </ac:spMkLst>
        </pc:spChg>
        <pc:graphicFrameChg chg="mod modGraphic">
          <ac:chgData name="Aaron Niecestro" userId="c4a0c0ae6d7df43e" providerId="LiveId" clId="{A2D6602A-BA5E-410B-A0FF-BF52A3C4B41D}" dt="2023-04-17T02:41:18.825" v="377" actId="1076"/>
          <ac:graphicFrameMkLst>
            <pc:docMk/>
            <pc:sldMk cId="0" sldId="265"/>
            <ac:graphicFrameMk id="116" creationId="{00000000-0000-0000-0000-000000000000}"/>
          </ac:graphicFrameMkLst>
        </pc:graphicFrameChg>
      </pc:sldChg>
      <pc:sldChg chg="modSp mod modNotes modNotesTx">
        <pc:chgData name="Aaron Niecestro" userId="c4a0c0ae6d7df43e" providerId="LiveId" clId="{A2D6602A-BA5E-410B-A0FF-BF52A3C4B41D}" dt="2023-04-17T03:25:34.985" v="882" actId="2164"/>
        <pc:sldMkLst>
          <pc:docMk/>
          <pc:sldMk cId="0" sldId="266"/>
        </pc:sldMkLst>
        <pc:graphicFrameChg chg="mod modGraphic">
          <ac:chgData name="Aaron Niecestro" userId="c4a0c0ae6d7df43e" providerId="LiveId" clId="{A2D6602A-BA5E-410B-A0FF-BF52A3C4B41D}" dt="2023-04-17T03:25:34.985" v="882" actId="2164"/>
          <ac:graphicFrameMkLst>
            <pc:docMk/>
            <pc:sldMk cId="0" sldId="266"/>
            <ac:graphicFrameMk id="121" creationId="{00000000-0000-0000-0000-000000000000}"/>
          </ac:graphicFrameMkLst>
        </pc:graphicFrameChg>
        <pc:graphicFrameChg chg="mod modGraphic">
          <ac:chgData name="Aaron Niecestro" userId="c4a0c0ae6d7df43e" providerId="LiveId" clId="{A2D6602A-BA5E-410B-A0FF-BF52A3C4B41D}" dt="2023-04-17T02:43:51.449" v="388" actId="20577"/>
          <ac:graphicFrameMkLst>
            <pc:docMk/>
            <pc:sldMk cId="0" sldId="266"/>
            <ac:graphicFrameMk id="122" creationId="{00000000-0000-0000-0000-000000000000}"/>
          </ac:graphicFrameMkLst>
        </pc:graphicFrameChg>
      </pc:sldChg>
      <pc:sldChg chg="modSp mod modNotes modNotesTx">
        <pc:chgData name="Aaron Niecestro" userId="c4a0c0ae6d7df43e" providerId="LiveId" clId="{A2D6602A-BA5E-410B-A0FF-BF52A3C4B41D}" dt="2023-04-17T02:44:27.292" v="391" actId="255"/>
        <pc:sldMkLst>
          <pc:docMk/>
          <pc:sldMk cId="0" sldId="267"/>
        </pc:sldMkLst>
        <pc:spChg chg="mod">
          <ac:chgData name="Aaron Niecestro" userId="c4a0c0ae6d7df43e" providerId="LiveId" clId="{A2D6602A-BA5E-410B-A0FF-BF52A3C4B41D}" dt="2023-04-17T02:44:27.292" v="391" actId="255"/>
          <ac:spMkLst>
            <pc:docMk/>
            <pc:sldMk cId="0" sldId="267"/>
            <ac:spMk id="128" creationId="{00000000-0000-0000-0000-000000000000}"/>
          </ac:spMkLst>
        </pc:spChg>
        <pc:picChg chg="mod">
          <ac:chgData name="Aaron Niecestro" userId="c4a0c0ae6d7df43e" providerId="LiveId" clId="{A2D6602A-BA5E-410B-A0FF-BF52A3C4B41D}" dt="2023-04-17T02:44:04.613" v="389" actId="1076"/>
          <ac:picMkLst>
            <pc:docMk/>
            <pc:sldMk cId="0" sldId="267"/>
            <ac:picMk id="130" creationId="{00000000-0000-0000-0000-000000000000}"/>
          </ac:picMkLst>
        </pc:picChg>
      </pc:sldChg>
      <pc:sldChg chg="modSp mod modNotes modNotesTx">
        <pc:chgData name="Aaron Niecestro" userId="c4a0c0ae6d7df43e" providerId="LiveId" clId="{A2D6602A-BA5E-410B-A0FF-BF52A3C4B41D}" dt="2023-04-17T03:04:44.451" v="594" actId="20577"/>
        <pc:sldMkLst>
          <pc:docMk/>
          <pc:sldMk cId="0" sldId="268"/>
        </pc:sldMkLst>
        <pc:spChg chg="mod">
          <ac:chgData name="Aaron Niecestro" userId="c4a0c0ae6d7df43e" providerId="LiveId" clId="{A2D6602A-BA5E-410B-A0FF-BF52A3C4B41D}" dt="2023-04-17T02:11:11.036" v="3" actId="27636"/>
          <ac:spMkLst>
            <pc:docMk/>
            <pc:sldMk cId="0" sldId="268"/>
            <ac:spMk id="135" creationId="{00000000-0000-0000-0000-000000000000}"/>
          </ac:spMkLst>
        </pc:spChg>
      </pc:sldChg>
      <pc:sldChg chg="modNotes modNotesTx">
        <pc:chgData name="Aaron Niecestro" userId="c4a0c0ae6d7df43e" providerId="LiveId" clId="{A2D6602A-BA5E-410B-A0FF-BF52A3C4B41D}" dt="2023-04-17T03:05:38.713" v="622" actId="20577"/>
        <pc:sldMkLst>
          <pc:docMk/>
          <pc:sldMk cId="0" sldId="269"/>
        </pc:sldMkLst>
      </pc:sldChg>
      <pc:sldChg chg="modSp mod modNotes modNotesTx">
        <pc:chgData name="Aaron Niecestro" userId="c4a0c0ae6d7df43e" providerId="LiveId" clId="{A2D6602A-BA5E-410B-A0FF-BF52A3C4B41D}" dt="2023-04-17T03:05:51.539" v="632"/>
        <pc:sldMkLst>
          <pc:docMk/>
          <pc:sldMk cId="0" sldId="270"/>
        </pc:sldMkLst>
        <pc:spChg chg="mod">
          <ac:chgData name="Aaron Niecestro" userId="c4a0c0ae6d7df43e" providerId="LiveId" clId="{A2D6602A-BA5E-410B-A0FF-BF52A3C4B41D}" dt="2023-04-17T02:11:11.062" v="5" actId="27636"/>
          <ac:spMkLst>
            <pc:docMk/>
            <pc:sldMk cId="0" sldId="270"/>
            <ac:spMk id="148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49:50.736" v="410" actId="27636"/>
          <ac:spMkLst>
            <pc:docMk/>
            <pc:sldMk cId="0" sldId="270"/>
            <ac:spMk id="149" creationId="{00000000-0000-0000-0000-000000000000}"/>
          </ac:spMkLst>
        </pc:spChg>
      </pc:sldChg>
      <pc:sldChg chg="modSp mod modNotes">
        <pc:chgData name="Aaron Niecestro" userId="c4a0c0ae6d7df43e" providerId="LiveId" clId="{A2D6602A-BA5E-410B-A0FF-BF52A3C4B41D}" dt="2023-04-17T02:50:59.120" v="411" actId="207"/>
        <pc:sldMkLst>
          <pc:docMk/>
          <pc:sldMk cId="0" sldId="271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1"/>
            <ac:spMk id="155" creationId="{00000000-0000-0000-0000-000000000000}"/>
          </ac:spMkLst>
        </pc:spChg>
        <pc:graphicFrameChg chg="modGraphic">
          <ac:chgData name="Aaron Niecestro" userId="c4a0c0ae6d7df43e" providerId="LiveId" clId="{A2D6602A-BA5E-410B-A0FF-BF52A3C4B41D}" dt="2023-04-17T02:50:59.120" v="411" actId="207"/>
          <ac:graphicFrameMkLst>
            <pc:docMk/>
            <pc:sldMk cId="0" sldId="271"/>
            <ac:graphicFrameMk id="156" creationId="{00000000-0000-0000-0000-000000000000}"/>
          </ac:graphicFrameMkLst>
        </pc:graphicFrameChg>
      </pc:sldChg>
      <pc:sldChg chg="modSp mod modNotes">
        <pc:chgData name="Aaron Niecestro" userId="c4a0c0ae6d7df43e" providerId="LiveId" clId="{A2D6602A-BA5E-410B-A0FF-BF52A3C4B41D}" dt="2023-04-17T02:51:19.883" v="412" actId="14100"/>
        <pc:sldMkLst>
          <pc:docMk/>
          <pc:sldMk cId="0" sldId="272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2"/>
            <ac:spMk id="161" creationId="{00000000-0000-0000-0000-000000000000}"/>
          </ac:spMkLst>
        </pc:spChg>
        <pc:picChg chg="mod">
          <ac:chgData name="Aaron Niecestro" userId="c4a0c0ae6d7df43e" providerId="LiveId" clId="{A2D6602A-BA5E-410B-A0FF-BF52A3C4B41D}" dt="2023-04-17T02:51:19.883" v="412" actId="14100"/>
          <ac:picMkLst>
            <pc:docMk/>
            <pc:sldMk cId="0" sldId="272"/>
            <ac:picMk id="163" creationId="{00000000-0000-0000-0000-000000000000}"/>
          </ac:picMkLst>
        </pc:picChg>
      </pc:sldChg>
      <pc:sldChg chg="modSp mod modNotes">
        <pc:chgData name="Aaron Niecestro" userId="c4a0c0ae6d7df43e" providerId="LiveId" clId="{A2D6602A-BA5E-410B-A0FF-BF52A3C4B41D}" dt="2023-04-17T02:51:42.476" v="414" actId="1076"/>
        <pc:sldMkLst>
          <pc:docMk/>
          <pc:sldMk cId="0" sldId="273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3"/>
            <ac:spMk id="168" creationId="{00000000-0000-0000-0000-000000000000}"/>
          </ac:spMkLst>
        </pc:spChg>
        <pc:picChg chg="mod">
          <ac:chgData name="Aaron Niecestro" userId="c4a0c0ae6d7df43e" providerId="LiveId" clId="{A2D6602A-BA5E-410B-A0FF-BF52A3C4B41D}" dt="2023-04-17T02:51:42.476" v="414" actId="1076"/>
          <ac:picMkLst>
            <pc:docMk/>
            <pc:sldMk cId="0" sldId="273"/>
            <ac:picMk id="169" creationId="{00000000-0000-0000-0000-000000000000}"/>
          </ac:picMkLst>
        </pc:picChg>
      </pc:sldChg>
      <pc:sldChg chg="addSp delSp modSp mod ord modNotes modNotesTx">
        <pc:chgData name="Aaron Niecestro" userId="c4a0c0ae6d7df43e" providerId="LiveId" clId="{A2D6602A-BA5E-410B-A0FF-BF52A3C4B41D}" dt="2023-04-17T03:58:01.277" v="1112" actId="1076"/>
        <pc:sldMkLst>
          <pc:docMk/>
          <pc:sldMk cId="0" sldId="274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4"/>
            <ac:spMk id="175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55:23.446" v="422" actId="20577"/>
          <ac:spMkLst>
            <pc:docMk/>
            <pc:sldMk cId="0" sldId="274"/>
            <ac:spMk id="179" creationId="{00000000-0000-0000-0000-000000000000}"/>
          </ac:spMkLst>
        </pc:spChg>
        <pc:graphicFrameChg chg="mod modGraphic">
          <ac:chgData name="Aaron Niecestro" userId="c4a0c0ae6d7df43e" providerId="LiveId" clId="{A2D6602A-BA5E-410B-A0FF-BF52A3C4B41D}" dt="2023-04-17T03:58:01.277" v="1112" actId="1076"/>
          <ac:graphicFrameMkLst>
            <pc:docMk/>
            <pc:sldMk cId="0" sldId="274"/>
            <ac:graphicFrameMk id="177" creationId="{00000000-0000-0000-0000-000000000000}"/>
          </ac:graphicFrameMkLst>
        </pc:graphicFrameChg>
        <pc:picChg chg="add del mod">
          <ac:chgData name="Aaron Niecestro" userId="c4a0c0ae6d7df43e" providerId="LiveId" clId="{A2D6602A-BA5E-410B-A0FF-BF52A3C4B41D}" dt="2023-04-17T03:56:30.699" v="1111" actId="478"/>
          <ac:picMkLst>
            <pc:docMk/>
            <pc:sldMk cId="0" sldId="274"/>
            <ac:picMk id="176" creationId="{00000000-0000-0000-0000-000000000000}"/>
          </ac:picMkLst>
        </pc:picChg>
      </pc:sldChg>
      <pc:sldChg chg="modSp mod ord modNotes modNotesTx">
        <pc:chgData name="Aaron Niecestro" userId="c4a0c0ae6d7df43e" providerId="LiveId" clId="{A2D6602A-BA5E-410B-A0FF-BF52A3C4B41D}" dt="2023-04-17T03:06:29.572" v="654" actId="20577"/>
        <pc:sldMkLst>
          <pc:docMk/>
          <pc:sldMk cId="0" sldId="275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5"/>
            <ac:spMk id="184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56:27.512" v="428" actId="255"/>
          <ac:spMkLst>
            <pc:docMk/>
            <pc:sldMk cId="0" sldId="275"/>
            <ac:spMk id="185" creationId="{00000000-0000-0000-0000-000000000000}"/>
          </ac:spMkLst>
        </pc:spChg>
        <pc:graphicFrameChg chg="mod modGraphic">
          <ac:chgData name="Aaron Niecestro" userId="c4a0c0ae6d7df43e" providerId="LiveId" clId="{A2D6602A-BA5E-410B-A0FF-BF52A3C4B41D}" dt="2023-04-17T02:56:00.720" v="426" actId="1076"/>
          <ac:graphicFrameMkLst>
            <pc:docMk/>
            <pc:sldMk cId="0" sldId="275"/>
            <ac:graphicFrameMk id="186" creationId="{00000000-0000-0000-0000-000000000000}"/>
          </ac:graphicFrameMkLst>
        </pc:graphicFrameChg>
      </pc:sldChg>
      <pc:sldChg chg="modSp mod ord modNotes modNotesTx">
        <pc:chgData name="Aaron Niecestro" userId="c4a0c0ae6d7df43e" providerId="LiveId" clId="{A2D6602A-BA5E-410B-A0FF-BF52A3C4B41D}" dt="2023-04-17T03:06:42.572" v="657"/>
        <pc:sldMkLst>
          <pc:docMk/>
          <pc:sldMk cId="0" sldId="276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6"/>
            <ac:spMk id="191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56:41.818" v="429" actId="20577"/>
          <ac:spMkLst>
            <pc:docMk/>
            <pc:sldMk cId="0" sldId="276"/>
            <ac:spMk id="193" creationId="{00000000-0000-0000-0000-000000000000}"/>
          </ac:spMkLst>
        </pc:spChg>
      </pc:sldChg>
      <pc:sldChg chg="modSp mod modNotes modNotesTx">
        <pc:chgData name="Aaron Niecestro" userId="c4a0c0ae6d7df43e" providerId="LiveId" clId="{A2D6602A-BA5E-410B-A0FF-BF52A3C4B41D}" dt="2023-04-17T03:08:25.280" v="713" actId="20577"/>
        <pc:sldMkLst>
          <pc:docMk/>
          <pc:sldMk cId="0" sldId="277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7"/>
            <ac:spMk id="198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7"/>
            <ac:spMk id="199" creationId="{00000000-0000-0000-0000-000000000000}"/>
          </ac:spMkLst>
        </pc:spChg>
      </pc:sldChg>
      <pc:sldChg chg="modSp mod modNotes modNotesTx">
        <pc:chgData name="Aaron Niecestro" userId="c4a0c0ae6d7df43e" providerId="LiveId" clId="{A2D6602A-BA5E-410B-A0FF-BF52A3C4B41D}" dt="2023-04-17T03:15:33.668" v="880" actId="20577"/>
        <pc:sldMkLst>
          <pc:docMk/>
          <pc:sldMk cId="0" sldId="278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8"/>
            <ac:spMk id="204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8"/>
            <ac:spMk id="205" creationId="{00000000-0000-0000-0000-000000000000}"/>
          </ac:spMkLst>
        </pc:spChg>
      </pc:sldChg>
      <pc:sldChg chg="modSp mod ord modNotes modNotesTx">
        <pc:chgData name="Aaron Niecestro" userId="c4a0c0ae6d7df43e" providerId="LiveId" clId="{A2D6602A-BA5E-410B-A0FF-BF52A3C4B41D}" dt="2023-04-17T04:01:39.512" v="1134" actId="20577"/>
        <pc:sldMkLst>
          <pc:docMk/>
          <pc:sldMk cId="0" sldId="279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9"/>
            <ac:spMk id="210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79"/>
            <ac:spMk id="211" creationId="{00000000-0000-0000-0000-000000000000}"/>
          </ac:spMkLst>
        </pc:spChg>
      </pc:sldChg>
      <pc:sldChg chg="modSp mod modNotes">
        <pc:chgData name="Aaron Niecestro" userId="c4a0c0ae6d7df43e" providerId="LiveId" clId="{A2D6602A-BA5E-410B-A0FF-BF52A3C4B41D}" dt="2023-04-17T02:15:46.241" v="209"/>
        <pc:sldMkLst>
          <pc:docMk/>
          <pc:sldMk cId="0" sldId="280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80"/>
            <ac:spMk id="216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80"/>
            <ac:spMk id="217" creationId="{00000000-0000-0000-0000-000000000000}"/>
          </ac:spMkLst>
        </pc:spChg>
      </pc:sldChg>
      <pc:sldChg chg="modSp mod modNotes">
        <pc:chgData name="Aaron Niecestro" userId="c4a0c0ae6d7df43e" providerId="LiveId" clId="{A2D6602A-BA5E-410B-A0FF-BF52A3C4B41D}" dt="2023-04-17T02:57:55.564" v="452" actId="14100"/>
        <pc:sldMkLst>
          <pc:docMk/>
          <pc:sldMk cId="0" sldId="281"/>
        </pc:sldMkLst>
        <pc:spChg chg="mod">
          <ac:chgData name="Aaron Niecestro" userId="c4a0c0ae6d7df43e" providerId="LiveId" clId="{A2D6602A-BA5E-410B-A0FF-BF52A3C4B41D}" dt="2023-04-17T02:57:55.564" v="452" actId="14100"/>
          <ac:spMkLst>
            <pc:docMk/>
            <pc:sldMk cId="0" sldId="281"/>
            <ac:spMk id="223" creationId="{00000000-0000-0000-0000-000000000000}"/>
          </ac:spMkLst>
        </pc:spChg>
      </pc:sldChg>
      <pc:sldChg chg="modSp mod modNotes">
        <pc:chgData name="Aaron Niecestro" userId="c4a0c0ae6d7df43e" providerId="LiveId" clId="{A2D6602A-BA5E-410B-A0FF-BF52A3C4B41D}" dt="2023-04-17T03:01:15.601" v="516" actId="20577"/>
        <pc:sldMkLst>
          <pc:docMk/>
          <pc:sldMk cId="0" sldId="282"/>
        </pc:sldMkLst>
        <pc:spChg chg="mod">
          <ac:chgData name="Aaron Niecestro" userId="c4a0c0ae6d7df43e" providerId="LiveId" clId="{A2D6602A-BA5E-410B-A0FF-BF52A3C4B41D}" dt="2023-04-17T03:01:15.601" v="516" actId="20577"/>
          <ac:spMkLst>
            <pc:docMk/>
            <pc:sldMk cId="0" sldId="282"/>
            <ac:spMk id="228" creationId="{00000000-0000-0000-0000-000000000000}"/>
          </ac:spMkLst>
        </pc:spChg>
      </pc:sldChg>
      <pc:sldChg chg="modSp del mod modNotes">
        <pc:chgData name="Aaron Niecestro" userId="c4a0c0ae6d7df43e" providerId="LiveId" clId="{A2D6602A-BA5E-410B-A0FF-BF52A3C4B41D}" dt="2023-04-17T02:58:19.135" v="453" actId="47"/>
        <pc:sldMkLst>
          <pc:docMk/>
          <pc:sldMk cId="0" sldId="283"/>
        </pc:sldMkLst>
        <pc:spChg chg="mod">
          <ac:chgData name="Aaron Niecestro" userId="c4a0c0ae6d7df43e" providerId="LiveId" clId="{A2D6602A-BA5E-410B-A0FF-BF52A3C4B41D}" dt="2023-04-17T02:57:23.133" v="430" actId="13926"/>
          <ac:spMkLst>
            <pc:docMk/>
            <pc:sldMk cId="0" sldId="283"/>
            <ac:spMk id="233" creationId="{00000000-0000-0000-0000-000000000000}"/>
          </ac:spMkLst>
        </pc:spChg>
      </pc:sldChg>
      <pc:sldChg chg="modSp mod ord modNotes">
        <pc:chgData name="Aaron Niecestro" userId="c4a0c0ae6d7df43e" providerId="LiveId" clId="{A2D6602A-BA5E-410B-A0FF-BF52A3C4B41D}" dt="2023-04-17T03:42:46.823" v="886"/>
        <pc:sldMkLst>
          <pc:docMk/>
          <pc:sldMk cId="0" sldId="284"/>
        </pc:sldMkLst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84"/>
            <ac:spMk id="238" creationId="{00000000-0000-0000-0000-000000000000}"/>
          </ac:spMkLst>
        </pc:spChg>
        <pc:spChg chg="mod">
          <ac:chgData name="Aaron Niecestro" userId="c4a0c0ae6d7df43e" providerId="LiveId" clId="{A2D6602A-BA5E-410B-A0FF-BF52A3C4B41D}" dt="2023-04-17T02:15:46.241" v="209"/>
          <ac:spMkLst>
            <pc:docMk/>
            <pc:sldMk cId="0" sldId="284"/>
            <ac:spMk id="239" creationId="{00000000-0000-0000-0000-000000000000}"/>
          </ac:spMkLst>
        </pc:spChg>
      </pc:sldChg>
      <pc:sldChg chg="modSp mod ord modNotes">
        <pc:chgData name="Aaron Niecestro" userId="c4a0c0ae6d7df43e" providerId="LiveId" clId="{A2D6602A-BA5E-410B-A0FF-BF52A3C4B41D}" dt="2023-04-17T04:02:08.949" v="1135" actId="20577"/>
        <pc:sldMkLst>
          <pc:docMk/>
          <pc:sldMk cId="0" sldId="285"/>
        </pc:sldMkLst>
        <pc:spChg chg="mod">
          <ac:chgData name="Aaron Niecestro" userId="c4a0c0ae6d7df43e" providerId="LiveId" clId="{A2D6602A-BA5E-410B-A0FF-BF52A3C4B41D}" dt="2023-04-17T04:02:08.949" v="1135" actId="20577"/>
          <ac:spMkLst>
            <pc:docMk/>
            <pc:sldMk cId="0" sldId="285"/>
            <ac:spMk id="245" creationId="{00000000-0000-0000-0000-000000000000}"/>
          </ac:spMkLst>
        </pc:spChg>
      </pc:sldChg>
      <pc:sldChg chg="addSp delSp modSp new mod modClrScheme chgLayout">
        <pc:chgData name="Aaron Niecestro" userId="c4a0c0ae6d7df43e" providerId="LiveId" clId="{A2D6602A-BA5E-410B-A0FF-BF52A3C4B41D}" dt="2023-04-17T03:55:51.972" v="1110" actId="5793"/>
        <pc:sldMkLst>
          <pc:docMk/>
          <pc:sldMk cId="207891170" sldId="286"/>
        </pc:sldMkLst>
        <pc:spChg chg="del">
          <ac:chgData name="Aaron Niecestro" userId="c4a0c0ae6d7df43e" providerId="LiveId" clId="{A2D6602A-BA5E-410B-A0FF-BF52A3C4B41D}" dt="2023-04-17T03:53:46.112" v="1023" actId="700"/>
          <ac:spMkLst>
            <pc:docMk/>
            <pc:sldMk cId="207891170" sldId="286"/>
            <ac:spMk id="2" creationId="{8267EE92-52A5-9FE7-D70D-F947A184666F}"/>
          </ac:spMkLst>
        </pc:spChg>
        <pc:spChg chg="del">
          <ac:chgData name="Aaron Niecestro" userId="c4a0c0ae6d7df43e" providerId="LiveId" clId="{A2D6602A-BA5E-410B-A0FF-BF52A3C4B41D}" dt="2023-04-17T03:53:46.112" v="1023" actId="700"/>
          <ac:spMkLst>
            <pc:docMk/>
            <pc:sldMk cId="207891170" sldId="286"/>
            <ac:spMk id="3" creationId="{2DE66FB4-99B4-6A70-9E93-0518850443A2}"/>
          </ac:spMkLst>
        </pc:spChg>
        <pc:spChg chg="add del mod ord">
          <ac:chgData name="Aaron Niecestro" userId="c4a0c0ae6d7df43e" providerId="LiveId" clId="{A2D6602A-BA5E-410B-A0FF-BF52A3C4B41D}" dt="2023-04-17T03:54:56.258" v="1042" actId="478"/>
          <ac:spMkLst>
            <pc:docMk/>
            <pc:sldMk cId="207891170" sldId="286"/>
            <ac:spMk id="6" creationId="{EEA0E2D6-694D-0A46-2191-3DB90A6DDD48}"/>
          </ac:spMkLst>
        </pc:spChg>
        <pc:spChg chg="add mod ord">
          <ac:chgData name="Aaron Niecestro" userId="c4a0c0ae6d7df43e" providerId="LiveId" clId="{A2D6602A-BA5E-410B-A0FF-BF52A3C4B41D}" dt="2023-04-17T03:55:51.972" v="1110" actId="5793"/>
          <ac:spMkLst>
            <pc:docMk/>
            <pc:sldMk cId="207891170" sldId="286"/>
            <ac:spMk id="7" creationId="{4379DDE2-2844-7F9C-A032-6618025D8AC6}"/>
          </ac:spMkLst>
        </pc:spChg>
        <pc:picChg chg="add del mod">
          <ac:chgData name="Aaron Niecestro" userId="c4a0c0ae6d7df43e" providerId="LiveId" clId="{A2D6602A-BA5E-410B-A0FF-BF52A3C4B41D}" dt="2023-04-17T03:54:40.108" v="1038" actId="478"/>
          <ac:picMkLst>
            <pc:docMk/>
            <pc:sldMk cId="207891170" sldId="286"/>
            <ac:picMk id="4" creationId="{D5191650-022F-0A59-A7E1-DE049AF2D5EA}"/>
          </ac:picMkLst>
        </pc:picChg>
        <pc:picChg chg="add mod">
          <ac:chgData name="Aaron Niecestro" userId="c4a0c0ae6d7df43e" providerId="LiveId" clId="{A2D6602A-BA5E-410B-A0FF-BF52A3C4B41D}" dt="2023-04-17T03:55:47.108" v="1108" actId="1076"/>
          <ac:picMkLst>
            <pc:docMk/>
            <pc:sldMk cId="207891170" sldId="286"/>
            <ac:picMk id="5" creationId="{632073D8-E80E-AD8C-E4CB-921AE11B5D9D}"/>
          </ac:picMkLst>
        </pc:picChg>
      </pc:sldChg>
      <pc:sldMasterChg chg="setBg modSldLayout">
        <pc:chgData name="Aaron Niecestro" userId="c4a0c0ae6d7df43e" providerId="LiveId" clId="{A2D6602A-BA5E-410B-A0FF-BF52A3C4B41D}" dt="2023-04-17T02:19:09.956" v="218"/>
        <pc:sldMasterMkLst>
          <pc:docMk/>
          <pc:sldMasterMk cId="289275078" sldId="2147484057"/>
        </pc:sldMasterMkLst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1854477393" sldId="2147484058"/>
          </pc:sldLayoutMkLst>
        </pc:sldLayoutChg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643726592" sldId="2147484059"/>
          </pc:sldLayoutMkLst>
        </pc:sldLayoutChg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426280510" sldId="2147484060"/>
          </pc:sldLayoutMkLst>
        </pc:sldLayoutChg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2159286573" sldId="2147484061"/>
          </pc:sldLayoutMkLst>
        </pc:sldLayoutChg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1710420255" sldId="2147484062"/>
          </pc:sldLayoutMkLst>
        </pc:sldLayoutChg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367464574" sldId="2147484063"/>
          </pc:sldLayoutMkLst>
        </pc:sldLayoutChg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957473596" sldId="2147484064"/>
          </pc:sldLayoutMkLst>
        </pc:sldLayoutChg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207290109" sldId="2147484065"/>
          </pc:sldLayoutMkLst>
        </pc:sldLayoutChg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1856919870" sldId="2147484066"/>
          </pc:sldLayoutMkLst>
        </pc:sldLayoutChg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473785061" sldId="2147484067"/>
          </pc:sldLayoutMkLst>
        </pc:sldLayoutChg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3503205970" sldId="2147484068"/>
          </pc:sldLayoutMkLst>
        </pc:sldLayoutChg>
        <pc:sldLayoutChg chg="setBg">
          <pc:chgData name="Aaron Niecestro" userId="c4a0c0ae6d7df43e" providerId="LiveId" clId="{A2D6602A-BA5E-410B-A0FF-BF52A3C4B41D}" dt="2023-04-17T02:19:09.956" v="218"/>
          <pc:sldLayoutMkLst>
            <pc:docMk/>
            <pc:sldMasterMk cId="289275078" sldId="2147484057"/>
            <pc:sldLayoutMk cId="2228313713" sldId="214748406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BB94E6-A76C-4941-9CF7-84E7D12E51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5882E3-5363-4AFA-A375-11C2B8D97F0B}">
      <dgm:prSet/>
      <dgm:spPr/>
      <dgm:t>
        <a:bodyPr/>
        <a:lstStyle/>
        <a:p>
          <a:r>
            <a:rPr lang="en-US"/>
            <a:t>Case Study - Third in countries affected by the burden of cancer in Europe (Behind Ireland and Denmark.)</a:t>
          </a:r>
        </a:p>
      </dgm:t>
    </dgm:pt>
    <dgm:pt modelId="{4B590D46-5357-4AE1-9E0A-B9524089AE58}" type="parTrans" cxnId="{E42CC081-2C1E-4E48-8CAD-9DA2D5E1FCF5}">
      <dgm:prSet/>
      <dgm:spPr/>
      <dgm:t>
        <a:bodyPr/>
        <a:lstStyle/>
        <a:p>
          <a:endParaRPr lang="en-US"/>
        </a:p>
      </dgm:t>
    </dgm:pt>
    <dgm:pt modelId="{D5A8F1F1-76B4-42DD-9932-E3221EE06168}" type="sibTrans" cxnId="{E42CC081-2C1E-4E48-8CAD-9DA2D5E1FCF5}">
      <dgm:prSet/>
      <dgm:spPr/>
      <dgm:t>
        <a:bodyPr/>
        <a:lstStyle/>
        <a:p>
          <a:endParaRPr lang="en-US"/>
        </a:p>
      </dgm:t>
    </dgm:pt>
    <dgm:pt modelId="{1DBA0674-DD1A-4935-9B77-E45A38816C75}">
      <dgm:prSet/>
      <dgm:spPr/>
      <dgm:t>
        <a:bodyPr/>
        <a:lstStyle/>
        <a:p>
          <a:r>
            <a:rPr lang="en-US"/>
            <a:t>Dutch women diagnosed with invasive breast cancer yearly - 14,000 cases</a:t>
          </a:r>
        </a:p>
      </dgm:t>
    </dgm:pt>
    <dgm:pt modelId="{9BF0BFD1-8C8A-4D91-8152-ECE641508188}" type="parTrans" cxnId="{F3F3D51E-44C2-4242-9687-213B9391A357}">
      <dgm:prSet/>
      <dgm:spPr/>
      <dgm:t>
        <a:bodyPr/>
        <a:lstStyle/>
        <a:p>
          <a:endParaRPr lang="en-US"/>
        </a:p>
      </dgm:t>
    </dgm:pt>
    <dgm:pt modelId="{3F688D0A-5498-4B24-B108-32ABC377BDBE}" type="sibTrans" cxnId="{F3F3D51E-44C2-4242-9687-213B9391A357}">
      <dgm:prSet/>
      <dgm:spPr/>
      <dgm:t>
        <a:bodyPr/>
        <a:lstStyle/>
        <a:p>
          <a:endParaRPr lang="en-US"/>
        </a:p>
      </dgm:t>
    </dgm:pt>
    <dgm:pt modelId="{87B2E44C-E92E-45F7-AB17-A6BB0760A0E1}">
      <dgm:prSet/>
      <dgm:spPr/>
      <dgm:t>
        <a:bodyPr/>
        <a:lstStyle/>
        <a:p>
          <a:r>
            <a:rPr lang="en-US"/>
            <a:t>2,400 - breast cancer in situ.</a:t>
          </a:r>
        </a:p>
      </dgm:t>
    </dgm:pt>
    <dgm:pt modelId="{7203A7B9-5F07-4204-BD6A-F869A93B339E}" type="parTrans" cxnId="{053A7198-07E6-4C20-A9B7-1EB5E028B289}">
      <dgm:prSet/>
      <dgm:spPr/>
      <dgm:t>
        <a:bodyPr/>
        <a:lstStyle/>
        <a:p>
          <a:endParaRPr lang="en-US"/>
        </a:p>
      </dgm:t>
    </dgm:pt>
    <dgm:pt modelId="{345477D9-6005-480A-BB73-1504871FE2D6}" type="sibTrans" cxnId="{053A7198-07E6-4C20-A9B7-1EB5E028B289}">
      <dgm:prSet/>
      <dgm:spPr/>
      <dgm:t>
        <a:bodyPr/>
        <a:lstStyle/>
        <a:p>
          <a:endParaRPr lang="en-US"/>
        </a:p>
      </dgm:t>
    </dgm:pt>
    <dgm:pt modelId="{C31D5327-8B8E-411F-B71E-18EC6002289A}">
      <dgm:prSet/>
      <dgm:spPr/>
      <dgm:t>
        <a:bodyPr/>
        <a:lstStyle/>
        <a:p>
          <a:r>
            <a:rPr lang="en-US"/>
            <a:t>Epidemiology</a:t>
          </a:r>
        </a:p>
      </dgm:t>
    </dgm:pt>
    <dgm:pt modelId="{75AC5153-5535-4126-8017-52015581C271}" type="parTrans" cxnId="{46FC713C-45E2-431C-93EA-F9F21135AD65}">
      <dgm:prSet/>
      <dgm:spPr/>
      <dgm:t>
        <a:bodyPr/>
        <a:lstStyle/>
        <a:p>
          <a:endParaRPr lang="en-US"/>
        </a:p>
      </dgm:t>
    </dgm:pt>
    <dgm:pt modelId="{CDC27EC9-A314-497F-8F4D-B8554C5EEA0B}" type="sibTrans" cxnId="{46FC713C-45E2-431C-93EA-F9F21135AD65}">
      <dgm:prSet/>
      <dgm:spPr/>
      <dgm:t>
        <a:bodyPr/>
        <a:lstStyle/>
        <a:p>
          <a:endParaRPr lang="en-US"/>
        </a:p>
      </dgm:t>
    </dgm:pt>
    <dgm:pt modelId="{440A7D28-A4AB-4DD2-97A7-9ABA723F8737}">
      <dgm:prSet/>
      <dgm:spPr/>
      <dgm:t>
        <a:bodyPr/>
        <a:lstStyle/>
        <a:p>
          <a:r>
            <a:rPr lang="en-US"/>
            <a:t>Mortality rate - 3,000 yearly</a:t>
          </a:r>
        </a:p>
      </dgm:t>
    </dgm:pt>
    <dgm:pt modelId="{9AC01CAD-E39D-439F-B8BC-3F61144A07D1}" type="parTrans" cxnId="{4CDC95E1-B509-4D72-A7C7-25CAA9FBFC93}">
      <dgm:prSet/>
      <dgm:spPr/>
      <dgm:t>
        <a:bodyPr/>
        <a:lstStyle/>
        <a:p>
          <a:endParaRPr lang="en-US"/>
        </a:p>
      </dgm:t>
    </dgm:pt>
    <dgm:pt modelId="{9A85E5BE-198B-430B-AEAE-8CB4ED133B75}" type="sibTrans" cxnId="{4CDC95E1-B509-4D72-A7C7-25CAA9FBFC93}">
      <dgm:prSet/>
      <dgm:spPr/>
      <dgm:t>
        <a:bodyPr/>
        <a:lstStyle/>
        <a:p>
          <a:endParaRPr lang="en-US"/>
        </a:p>
      </dgm:t>
    </dgm:pt>
    <dgm:pt modelId="{1FC58295-3FC3-4481-B524-7F3212C67C58}">
      <dgm:prSet/>
      <dgm:spPr/>
      <dgm:t>
        <a:bodyPr/>
        <a:lstStyle/>
        <a:p>
          <a:r>
            <a:rPr lang="en-US"/>
            <a:t>Odds of diagnosis: 1 in every 8 </a:t>
          </a:r>
        </a:p>
      </dgm:t>
    </dgm:pt>
    <dgm:pt modelId="{C6D37879-43E0-41FE-93DF-05726213212C}" type="parTrans" cxnId="{85FAABC7-F50C-4C55-8FC5-F5A1C8A87435}">
      <dgm:prSet/>
      <dgm:spPr/>
      <dgm:t>
        <a:bodyPr/>
        <a:lstStyle/>
        <a:p>
          <a:endParaRPr lang="en-US"/>
        </a:p>
      </dgm:t>
    </dgm:pt>
    <dgm:pt modelId="{072BE39C-3CBE-4F5A-85C3-38B2C8F7B2F6}" type="sibTrans" cxnId="{85FAABC7-F50C-4C55-8FC5-F5A1C8A87435}">
      <dgm:prSet/>
      <dgm:spPr/>
      <dgm:t>
        <a:bodyPr/>
        <a:lstStyle/>
        <a:p>
          <a:endParaRPr lang="en-US"/>
        </a:p>
      </dgm:t>
    </dgm:pt>
    <dgm:pt modelId="{44C78D01-D603-457D-B73B-386E717B77D3}">
      <dgm:prSet/>
      <dgm:spPr/>
      <dgm:t>
        <a:bodyPr/>
        <a:lstStyle/>
        <a:p>
          <a:r>
            <a:rPr lang="en-US"/>
            <a:t>Most prevalent cancer in the country</a:t>
          </a:r>
        </a:p>
      </dgm:t>
    </dgm:pt>
    <dgm:pt modelId="{598305BA-E63C-4472-ACBF-19FCD5B2B807}" type="parTrans" cxnId="{B1335ECF-91E5-4372-82C4-F6DF13DF36F2}">
      <dgm:prSet/>
      <dgm:spPr/>
      <dgm:t>
        <a:bodyPr/>
        <a:lstStyle/>
        <a:p>
          <a:endParaRPr lang="en-US"/>
        </a:p>
      </dgm:t>
    </dgm:pt>
    <dgm:pt modelId="{AF0A974A-0DCA-4EB7-B1A0-C242CB6E620C}" type="sibTrans" cxnId="{B1335ECF-91E5-4372-82C4-F6DF13DF36F2}">
      <dgm:prSet/>
      <dgm:spPr/>
      <dgm:t>
        <a:bodyPr/>
        <a:lstStyle/>
        <a:p>
          <a:endParaRPr lang="en-US"/>
        </a:p>
      </dgm:t>
    </dgm:pt>
    <dgm:pt modelId="{D301FD13-4F93-4B76-8C54-45E0680C58FC}">
      <dgm:prSet/>
      <dgm:spPr/>
      <dgm:t>
        <a:bodyPr/>
        <a:lstStyle/>
        <a:p>
          <a:r>
            <a:rPr lang="en-US" dirty="0"/>
            <a:t>Mean age of diagnosis - 61 years. </a:t>
          </a:r>
        </a:p>
      </dgm:t>
    </dgm:pt>
    <dgm:pt modelId="{4AB0FF37-968D-4442-B00B-567A8D44708C}" type="parTrans" cxnId="{7FF9E91F-136A-45AB-892A-D4C14D69E082}">
      <dgm:prSet/>
      <dgm:spPr/>
      <dgm:t>
        <a:bodyPr/>
        <a:lstStyle/>
        <a:p>
          <a:endParaRPr lang="en-US"/>
        </a:p>
      </dgm:t>
    </dgm:pt>
    <dgm:pt modelId="{010A4345-1630-4E94-8A91-51B958A73BDE}" type="sibTrans" cxnId="{7FF9E91F-136A-45AB-892A-D4C14D69E082}">
      <dgm:prSet/>
      <dgm:spPr/>
      <dgm:t>
        <a:bodyPr/>
        <a:lstStyle/>
        <a:p>
          <a:endParaRPr lang="en-US"/>
        </a:p>
      </dgm:t>
    </dgm:pt>
    <dgm:pt modelId="{0C21C78C-E599-486C-A987-4AD7F50C8257}">
      <dgm:prSet/>
      <dgm:spPr/>
      <dgm:t>
        <a:bodyPr/>
        <a:lstStyle/>
        <a:p>
          <a:r>
            <a:rPr lang="en-US" dirty="0"/>
            <a:t>Ten-year overall breast cancer survival rates: </a:t>
          </a:r>
        </a:p>
      </dgm:t>
    </dgm:pt>
    <dgm:pt modelId="{B730BF34-FAF3-45B6-BD7C-1F3B3E549670}" type="parTrans" cxnId="{869A66DE-57A4-4F99-B772-80B5686BBFF3}">
      <dgm:prSet/>
      <dgm:spPr/>
      <dgm:t>
        <a:bodyPr/>
        <a:lstStyle/>
        <a:p>
          <a:endParaRPr lang="en-US"/>
        </a:p>
      </dgm:t>
    </dgm:pt>
    <dgm:pt modelId="{1B5ED00F-2DAA-4045-BB31-6759FF6D1527}" type="sibTrans" cxnId="{869A66DE-57A4-4F99-B772-80B5686BBFF3}">
      <dgm:prSet/>
      <dgm:spPr/>
      <dgm:t>
        <a:bodyPr/>
        <a:lstStyle/>
        <a:p>
          <a:endParaRPr lang="en-US"/>
        </a:p>
      </dgm:t>
    </dgm:pt>
    <dgm:pt modelId="{CED94F5A-41AE-48DE-901F-9675D2132C98}">
      <dgm:prSet/>
      <dgm:spPr/>
      <dgm:t>
        <a:bodyPr/>
        <a:lstStyle/>
        <a:p>
          <a:r>
            <a:rPr lang="en-US"/>
            <a:t>Early: 87% to 93% </a:t>
          </a:r>
        </a:p>
      </dgm:t>
    </dgm:pt>
    <dgm:pt modelId="{514853C8-240F-4A05-9557-A143548FCA8C}" type="parTrans" cxnId="{FA4A32C8-6F3E-455B-B28A-B743B45FED17}">
      <dgm:prSet/>
      <dgm:spPr/>
      <dgm:t>
        <a:bodyPr/>
        <a:lstStyle/>
        <a:p>
          <a:endParaRPr lang="en-US"/>
        </a:p>
      </dgm:t>
    </dgm:pt>
    <dgm:pt modelId="{239D2A3A-1598-4F7D-87B8-458956FD8F6F}" type="sibTrans" cxnId="{FA4A32C8-6F3E-455B-B28A-B743B45FED17}">
      <dgm:prSet/>
      <dgm:spPr/>
      <dgm:t>
        <a:bodyPr/>
        <a:lstStyle/>
        <a:p>
          <a:endParaRPr lang="en-US"/>
        </a:p>
      </dgm:t>
    </dgm:pt>
    <dgm:pt modelId="{90D595F8-8F5A-4940-AE29-68DB16BC6BF0}">
      <dgm:prSet/>
      <dgm:spPr/>
      <dgm:t>
        <a:bodyPr/>
        <a:lstStyle/>
        <a:p>
          <a:r>
            <a:rPr lang="en-US"/>
            <a:t>Locally advanced: 41% to 62% </a:t>
          </a:r>
        </a:p>
      </dgm:t>
    </dgm:pt>
    <dgm:pt modelId="{198A46B4-5347-475E-B336-29485289561D}" type="parTrans" cxnId="{1564030A-63FB-4232-8ABC-032968580CA7}">
      <dgm:prSet/>
      <dgm:spPr/>
      <dgm:t>
        <a:bodyPr/>
        <a:lstStyle/>
        <a:p>
          <a:endParaRPr lang="en-US"/>
        </a:p>
      </dgm:t>
    </dgm:pt>
    <dgm:pt modelId="{9076EB21-4343-4A4D-AFB7-E532EB1F6746}" type="sibTrans" cxnId="{1564030A-63FB-4232-8ABC-032968580CA7}">
      <dgm:prSet/>
      <dgm:spPr/>
      <dgm:t>
        <a:bodyPr/>
        <a:lstStyle/>
        <a:p>
          <a:endParaRPr lang="en-US"/>
        </a:p>
      </dgm:t>
    </dgm:pt>
    <dgm:pt modelId="{E4197225-D84F-4C69-B2AB-2769BB60239F}">
      <dgm:prSet/>
      <dgm:spPr/>
      <dgm:t>
        <a:bodyPr/>
        <a:lstStyle/>
        <a:p>
          <a:r>
            <a:rPr lang="en-US"/>
            <a:t>Metastatic: 6% to 9%</a:t>
          </a:r>
        </a:p>
      </dgm:t>
    </dgm:pt>
    <dgm:pt modelId="{15EFB500-C647-43C5-B4F9-4B21787AD19F}" type="parTrans" cxnId="{D1641EDE-85C8-48D5-A32F-13CD20C9F787}">
      <dgm:prSet/>
      <dgm:spPr/>
      <dgm:t>
        <a:bodyPr/>
        <a:lstStyle/>
        <a:p>
          <a:endParaRPr lang="en-US"/>
        </a:p>
      </dgm:t>
    </dgm:pt>
    <dgm:pt modelId="{B7C854D0-61B1-4BA2-8E3B-F84FEBBC5C7F}" type="sibTrans" cxnId="{D1641EDE-85C8-48D5-A32F-13CD20C9F787}">
      <dgm:prSet/>
      <dgm:spPr/>
      <dgm:t>
        <a:bodyPr/>
        <a:lstStyle/>
        <a:p>
          <a:endParaRPr lang="en-US"/>
        </a:p>
      </dgm:t>
    </dgm:pt>
    <dgm:pt modelId="{61A2C938-8CEA-4423-8536-0354BE0A085B}">
      <dgm:prSet/>
      <dgm:spPr/>
      <dgm:t>
        <a:bodyPr/>
        <a:lstStyle/>
        <a:p>
          <a:r>
            <a:rPr lang="en-US"/>
            <a:t>DALYs: 65,000 Disability Adjusted Life Years </a:t>
          </a:r>
        </a:p>
      </dgm:t>
    </dgm:pt>
    <dgm:pt modelId="{452C883E-E8D9-4301-8745-E6CC7A2716C1}" type="parTrans" cxnId="{820BE1C4-A0A4-4C52-9A36-DCC59BF4B6E7}">
      <dgm:prSet/>
      <dgm:spPr/>
      <dgm:t>
        <a:bodyPr/>
        <a:lstStyle/>
        <a:p>
          <a:endParaRPr lang="en-US"/>
        </a:p>
      </dgm:t>
    </dgm:pt>
    <dgm:pt modelId="{65C5738F-788E-41ED-93CA-A235D33692FF}" type="sibTrans" cxnId="{820BE1C4-A0A4-4C52-9A36-DCC59BF4B6E7}">
      <dgm:prSet/>
      <dgm:spPr/>
      <dgm:t>
        <a:bodyPr/>
        <a:lstStyle/>
        <a:p>
          <a:endParaRPr lang="en-US"/>
        </a:p>
      </dgm:t>
    </dgm:pt>
    <dgm:pt modelId="{D9EA7AB9-F34C-4087-AD17-C3027E0E2BA4}">
      <dgm:prSet/>
      <dgm:spPr/>
      <dgm:t>
        <a:bodyPr/>
        <a:lstStyle/>
        <a:p>
          <a:r>
            <a:rPr lang="en-US"/>
            <a:t>YLs: 26,000 life years lost, </a:t>
          </a:r>
        </a:p>
      </dgm:t>
    </dgm:pt>
    <dgm:pt modelId="{83B1CEF8-9EA7-4DFD-8176-89F50E5B7022}" type="parTrans" cxnId="{6FF103BB-37D4-4DCF-A235-316E7397873A}">
      <dgm:prSet/>
      <dgm:spPr/>
      <dgm:t>
        <a:bodyPr/>
        <a:lstStyle/>
        <a:p>
          <a:endParaRPr lang="en-US"/>
        </a:p>
      </dgm:t>
    </dgm:pt>
    <dgm:pt modelId="{E3283D77-B3EA-4EFA-9679-4C7814213237}" type="sibTrans" cxnId="{6FF103BB-37D4-4DCF-A235-316E7397873A}">
      <dgm:prSet/>
      <dgm:spPr/>
      <dgm:t>
        <a:bodyPr/>
        <a:lstStyle/>
        <a:p>
          <a:endParaRPr lang="en-US"/>
        </a:p>
      </dgm:t>
    </dgm:pt>
    <dgm:pt modelId="{C6F3C10C-7A0F-4D9D-BB74-A12D7D1FBB32}">
      <dgm:prSet/>
      <dgm:spPr/>
      <dgm:t>
        <a:bodyPr/>
        <a:lstStyle/>
        <a:p>
          <a:r>
            <a:rPr lang="en-US" i="1"/>
            <a:t>Economic burden: €1.27 billion. </a:t>
          </a:r>
          <a:endParaRPr lang="en-US"/>
        </a:p>
      </dgm:t>
    </dgm:pt>
    <dgm:pt modelId="{F989DB88-A816-4B12-979C-933CDE9BB626}" type="parTrans" cxnId="{79AA5642-C10D-4917-A495-18B9F680A5E1}">
      <dgm:prSet/>
      <dgm:spPr/>
      <dgm:t>
        <a:bodyPr/>
        <a:lstStyle/>
        <a:p>
          <a:endParaRPr lang="en-US"/>
        </a:p>
      </dgm:t>
    </dgm:pt>
    <dgm:pt modelId="{A9946D71-6250-4675-A805-3ADC4FD39E5B}" type="sibTrans" cxnId="{79AA5642-C10D-4917-A495-18B9F680A5E1}">
      <dgm:prSet/>
      <dgm:spPr/>
      <dgm:t>
        <a:bodyPr/>
        <a:lstStyle/>
        <a:p>
          <a:endParaRPr lang="en-US"/>
        </a:p>
      </dgm:t>
    </dgm:pt>
    <dgm:pt modelId="{1974A220-8F91-4E0B-9415-CF9719FD40C4}" type="pres">
      <dgm:prSet presAssocID="{EDBB94E6-A76C-4941-9CF7-84E7D12E51ED}" presName="linear" presStyleCnt="0">
        <dgm:presLayoutVars>
          <dgm:animLvl val="lvl"/>
          <dgm:resizeHandles val="exact"/>
        </dgm:presLayoutVars>
      </dgm:prSet>
      <dgm:spPr/>
    </dgm:pt>
    <dgm:pt modelId="{878A1BA1-FA1E-49A6-98AE-CB910CF9C381}" type="pres">
      <dgm:prSet presAssocID="{755882E3-5363-4AFA-A375-11C2B8D97F0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E90021D-7097-409D-8EB9-CDAF3C8ACCD4}" type="pres">
      <dgm:prSet presAssocID="{755882E3-5363-4AFA-A375-11C2B8D97F0B}" presName="childText" presStyleLbl="revTx" presStyleIdx="0" presStyleCnt="2">
        <dgm:presLayoutVars>
          <dgm:bulletEnabled val="1"/>
        </dgm:presLayoutVars>
      </dgm:prSet>
      <dgm:spPr/>
    </dgm:pt>
    <dgm:pt modelId="{A2C45120-7AB0-4224-A768-A199018F3C88}" type="pres">
      <dgm:prSet presAssocID="{C31D5327-8B8E-411F-B71E-18EC6002289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2443DFA-88EF-4F65-87A7-4488AFF8588F}" type="pres">
      <dgm:prSet presAssocID="{C31D5327-8B8E-411F-B71E-18EC6002289A}" presName="childText" presStyleLbl="revTx" presStyleIdx="1" presStyleCnt="2">
        <dgm:presLayoutVars>
          <dgm:bulletEnabled val="1"/>
        </dgm:presLayoutVars>
      </dgm:prSet>
      <dgm:spPr/>
    </dgm:pt>
    <dgm:pt modelId="{81187511-74D1-4913-9A62-608EC7F64107}" type="pres">
      <dgm:prSet presAssocID="{C6F3C10C-7A0F-4D9D-BB74-A12D7D1FBB3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FC3E406-06D7-41C1-ABE1-4FB0929066BC}" type="presOf" srcId="{C6F3C10C-7A0F-4D9D-BB74-A12D7D1FBB32}" destId="{81187511-74D1-4913-9A62-608EC7F64107}" srcOrd="0" destOrd="0" presId="urn:microsoft.com/office/officeart/2005/8/layout/vList2"/>
    <dgm:cxn modelId="{1564030A-63FB-4232-8ABC-032968580CA7}" srcId="{0C21C78C-E599-486C-A987-4AD7F50C8257}" destId="{90D595F8-8F5A-4940-AE29-68DB16BC6BF0}" srcOrd="1" destOrd="0" parTransId="{198A46B4-5347-475E-B336-29485289561D}" sibTransId="{9076EB21-4343-4A4D-AFB7-E532EB1F6746}"/>
    <dgm:cxn modelId="{18CD9419-048E-4A2D-9C85-8F84C03939F0}" type="presOf" srcId="{CED94F5A-41AE-48DE-901F-9675D2132C98}" destId="{62443DFA-88EF-4F65-87A7-4488AFF8588F}" srcOrd="0" destOrd="5" presId="urn:microsoft.com/office/officeart/2005/8/layout/vList2"/>
    <dgm:cxn modelId="{F3F3D51E-44C2-4242-9687-213B9391A357}" srcId="{755882E3-5363-4AFA-A375-11C2B8D97F0B}" destId="{1DBA0674-DD1A-4935-9B77-E45A38816C75}" srcOrd="0" destOrd="0" parTransId="{9BF0BFD1-8C8A-4D91-8152-ECE641508188}" sibTransId="{3F688D0A-5498-4B24-B108-32ABC377BDBE}"/>
    <dgm:cxn modelId="{56D93A1F-ACCA-411C-904F-6C51029F4562}" type="presOf" srcId="{87B2E44C-E92E-45F7-AB17-A6BB0760A0E1}" destId="{FE90021D-7097-409D-8EB9-CDAF3C8ACCD4}" srcOrd="0" destOrd="1" presId="urn:microsoft.com/office/officeart/2005/8/layout/vList2"/>
    <dgm:cxn modelId="{7FF9E91F-136A-45AB-892A-D4C14D69E082}" srcId="{C31D5327-8B8E-411F-B71E-18EC6002289A}" destId="{D301FD13-4F93-4B76-8C54-45E0680C58FC}" srcOrd="3" destOrd="0" parTransId="{4AB0FF37-968D-4442-B00B-567A8D44708C}" sibTransId="{010A4345-1630-4E94-8A91-51B958A73BDE}"/>
    <dgm:cxn modelId="{68939328-6D4A-4A01-9D41-ABD4FBB582A2}" type="presOf" srcId="{C31D5327-8B8E-411F-B71E-18EC6002289A}" destId="{A2C45120-7AB0-4224-A768-A199018F3C88}" srcOrd="0" destOrd="0" presId="urn:microsoft.com/office/officeart/2005/8/layout/vList2"/>
    <dgm:cxn modelId="{46FC713C-45E2-431C-93EA-F9F21135AD65}" srcId="{EDBB94E6-A76C-4941-9CF7-84E7D12E51ED}" destId="{C31D5327-8B8E-411F-B71E-18EC6002289A}" srcOrd="1" destOrd="0" parTransId="{75AC5153-5535-4126-8017-52015581C271}" sibTransId="{CDC27EC9-A314-497F-8F4D-B8554C5EEA0B}"/>
    <dgm:cxn modelId="{79AA5642-C10D-4917-A495-18B9F680A5E1}" srcId="{EDBB94E6-A76C-4941-9CF7-84E7D12E51ED}" destId="{C6F3C10C-7A0F-4D9D-BB74-A12D7D1FBB32}" srcOrd="2" destOrd="0" parTransId="{F989DB88-A816-4B12-979C-933CDE9BB626}" sibTransId="{A9946D71-6250-4675-A805-3ADC4FD39E5B}"/>
    <dgm:cxn modelId="{0F367668-E845-4CF0-B06D-7FA45729954F}" type="presOf" srcId="{1FC58295-3FC3-4481-B524-7F3212C67C58}" destId="{62443DFA-88EF-4F65-87A7-4488AFF8588F}" srcOrd="0" destOrd="1" presId="urn:microsoft.com/office/officeart/2005/8/layout/vList2"/>
    <dgm:cxn modelId="{F7D2A048-E622-4C9B-B5A0-3B1426B2A3A9}" type="presOf" srcId="{61A2C938-8CEA-4423-8536-0354BE0A085B}" destId="{62443DFA-88EF-4F65-87A7-4488AFF8588F}" srcOrd="0" destOrd="8" presId="urn:microsoft.com/office/officeart/2005/8/layout/vList2"/>
    <dgm:cxn modelId="{A0763A50-85D4-43C7-8A2C-B6EA3A425EBF}" type="presOf" srcId="{1DBA0674-DD1A-4935-9B77-E45A38816C75}" destId="{FE90021D-7097-409D-8EB9-CDAF3C8ACCD4}" srcOrd="0" destOrd="0" presId="urn:microsoft.com/office/officeart/2005/8/layout/vList2"/>
    <dgm:cxn modelId="{3722FC52-401E-4121-86B3-018AF2D5DBB3}" type="presOf" srcId="{D301FD13-4F93-4B76-8C54-45E0680C58FC}" destId="{62443DFA-88EF-4F65-87A7-4488AFF8588F}" srcOrd="0" destOrd="3" presId="urn:microsoft.com/office/officeart/2005/8/layout/vList2"/>
    <dgm:cxn modelId="{DA120D55-CF1B-44C6-96E6-CD0CBAF8BF14}" type="presOf" srcId="{44C78D01-D603-457D-B73B-386E717B77D3}" destId="{62443DFA-88EF-4F65-87A7-4488AFF8588F}" srcOrd="0" destOrd="2" presId="urn:microsoft.com/office/officeart/2005/8/layout/vList2"/>
    <dgm:cxn modelId="{984C1476-3962-4686-B960-19FA8A81FB71}" type="presOf" srcId="{90D595F8-8F5A-4940-AE29-68DB16BC6BF0}" destId="{62443DFA-88EF-4F65-87A7-4488AFF8588F}" srcOrd="0" destOrd="6" presId="urn:microsoft.com/office/officeart/2005/8/layout/vList2"/>
    <dgm:cxn modelId="{6FFA9E57-C0D6-4C1E-A227-B519428239EC}" type="presOf" srcId="{755882E3-5363-4AFA-A375-11C2B8D97F0B}" destId="{878A1BA1-FA1E-49A6-98AE-CB910CF9C381}" srcOrd="0" destOrd="0" presId="urn:microsoft.com/office/officeart/2005/8/layout/vList2"/>
    <dgm:cxn modelId="{E42CC081-2C1E-4E48-8CAD-9DA2D5E1FCF5}" srcId="{EDBB94E6-A76C-4941-9CF7-84E7D12E51ED}" destId="{755882E3-5363-4AFA-A375-11C2B8D97F0B}" srcOrd="0" destOrd="0" parTransId="{4B590D46-5357-4AE1-9E0A-B9524089AE58}" sibTransId="{D5A8F1F1-76B4-42DD-9932-E3221EE06168}"/>
    <dgm:cxn modelId="{B139DB8D-24E1-42CC-8DD5-79047C884F21}" type="presOf" srcId="{E4197225-D84F-4C69-B2AB-2769BB60239F}" destId="{62443DFA-88EF-4F65-87A7-4488AFF8588F}" srcOrd="0" destOrd="7" presId="urn:microsoft.com/office/officeart/2005/8/layout/vList2"/>
    <dgm:cxn modelId="{053A7198-07E6-4C20-A9B7-1EB5E028B289}" srcId="{755882E3-5363-4AFA-A375-11C2B8D97F0B}" destId="{87B2E44C-E92E-45F7-AB17-A6BB0760A0E1}" srcOrd="1" destOrd="0" parTransId="{7203A7B9-5F07-4204-BD6A-F869A93B339E}" sibTransId="{345477D9-6005-480A-BB73-1504871FE2D6}"/>
    <dgm:cxn modelId="{72ACF99C-F1B9-4B5F-AE61-80DBA003AE79}" type="presOf" srcId="{440A7D28-A4AB-4DD2-97A7-9ABA723F8737}" destId="{62443DFA-88EF-4F65-87A7-4488AFF8588F}" srcOrd="0" destOrd="0" presId="urn:microsoft.com/office/officeart/2005/8/layout/vList2"/>
    <dgm:cxn modelId="{643AFF9D-DF6D-43EB-A41E-C436E75DD5E6}" type="presOf" srcId="{D9EA7AB9-F34C-4087-AD17-C3027E0E2BA4}" destId="{62443DFA-88EF-4F65-87A7-4488AFF8588F}" srcOrd="0" destOrd="9" presId="urn:microsoft.com/office/officeart/2005/8/layout/vList2"/>
    <dgm:cxn modelId="{237370A2-7C70-475E-B4E8-AB6E5AB1B5B4}" type="presOf" srcId="{EDBB94E6-A76C-4941-9CF7-84E7D12E51ED}" destId="{1974A220-8F91-4E0B-9415-CF9719FD40C4}" srcOrd="0" destOrd="0" presId="urn:microsoft.com/office/officeart/2005/8/layout/vList2"/>
    <dgm:cxn modelId="{0E8936B5-F4CF-4C55-A4D4-CEBADBA0D450}" type="presOf" srcId="{0C21C78C-E599-486C-A987-4AD7F50C8257}" destId="{62443DFA-88EF-4F65-87A7-4488AFF8588F}" srcOrd="0" destOrd="4" presId="urn:microsoft.com/office/officeart/2005/8/layout/vList2"/>
    <dgm:cxn modelId="{6FF103BB-37D4-4DCF-A235-316E7397873A}" srcId="{C31D5327-8B8E-411F-B71E-18EC6002289A}" destId="{D9EA7AB9-F34C-4087-AD17-C3027E0E2BA4}" srcOrd="6" destOrd="0" parTransId="{83B1CEF8-9EA7-4DFD-8176-89F50E5B7022}" sibTransId="{E3283D77-B3EA-4EFA-9679-4C7814213237}"/>
    <dgm:cxn modelId="{820BE1C4-A0A4-4C52-9A36-DCC59BF4B6E7}" srcId="{C31D5327-8B8E-411F-B71E-18EC6002289A}" destId="{61A2C938-8CEA-4423-8536-0354BE0A085B}" srcOrd="5" destOrd="0" parTransId="{452C883E-E8D9-4301-8745-E6CC7A2716C1}" sibTransId="{65C5738F-788E-41ED-93CA-A235D33692FF}"/>
    <dgm:cxn modelId="{85FAABC7-F50C-4C55-8FC5-F5A1C8A87435}" srcId="{C31D5327-8B8E-411F-B71E-18EC6002289A}" destId="{1FC58295-3FC3-4481-B524-7F3212C67C58}" srcOrd="1" destOrd="0" parTransId="{C6D37879-43E0-41FE-93DF-05726213212C}" sibTransId="{072BE39C-3CBE-4F5A-85C3-38B2C8F7B2F6}"/>
    <dgm:cxn modelId="{FA4A32C8-6F3E-455B-B28A-B743B45FED17}" srcId="{0C21C78C-E599-486C-A987-4AD7F50C8257}" destId="{CED94F5A-41AE-48DE-901F-9675D2132C98}" srcOrd="0" destOrd="0" parTransId="{514853C8-240F-4A05-9557-A143548FCA8C}" sibTransId="{239D2A3A-1598-4F7D-87B8-458956FD8F6F}"/>
    <dgm:cxn modelId="{B1335ECF-91E5-4372-82C4-F6DF13DF36F2}" srcId="{C31D5327-8B8E-411F-B71E-18EC6002289A}" destId="{44C78D01-D603-457D-B73B-386E717B77D3}" srcOrd="2" destOrd="0" parTransId="{598305BA-E63C-4472-ACBF-19FCD5B2B807}" sibTransId="{AF0A974A-0DCA-4EB7-B1A0-C242CB6E620C}"/>
    <dgm:cxn modelId="{D1641EDE-85C8-48D5-A32F-13CD20C9F787}" srcId="{0C21C78C-E599-486C-A987-4AD7F50C8257}" destId="{E4197225-D84F-4C69-B2AB-2769BB60239F}" srcOrd="2" destOrd="0" parTransId="{15EFB500-C647-43C5-B4F9-4B21787AD19F}" sibTransId="{B7C854D0-61B1-4BA2-8E3B-F84FEBBC5C7F}"/>
    <dgm:cxn modelId="{869A66DE-57A4-4F99-B772-80B5686BBFF3}" srcId="{C31D5327-8B8E-411F-B71E-18EC6002289A}" destId="{0C21C78C-E599-486C-A987-4AD7F50C8257}" srcOrd="4" destOrd="0" parTransId="{B730BF34-FAF3-45B6-BD7C-1F3B3E549670}" sibTransId="{1B5ED00F-2DAA-4045-BB31-6759FF6D1527}"/>
    <dgm:cxn modelId="{4CDC95E1-B509-4D72-A7C7-25CAA9FBFC93}" srcId="{C31D5327-8B8E-411F-B71E-18EC6002289A}" destId="{440A7D28-A4AB-4DD2-97A7-9ABA723F8737}" srcOrd="0" destOrd="0" parTransId="{9AC01CAD-E39D-439F-B8BC-3F61144A07D1}" sibTransId="{9A85E5BE-198B-430B-AEAE-8CB4ED133B75}"/>
    <dgm:cxn modelId="{DC8EC22F-7E4A-494A-A821-8509139EB483}" type="presParOf" srcId="{1974A220-8F91-4E0B-9415-CF9719FD40C4}" destId="{878A1BA1-FA1E-49A6-98AE-CB910CF9C381}" srcOrd="0" destOrd="0" presId="urn:microsoft.com/office/officeart/2005/8/layout/vList2"/>
    <dgm:cxn modelId="{8772BFC5-C9D7-4DC7-82F4-3CEBCFECB8F7}" type="presParOf" srcId="{1974A220-8F91-4E0B-9415-CF9719FD40C4}" destId="{FE90021D-7097-409D-8EB9-CDAF3C8ACCD4}" srcOrd="1" destOrd="0" presId="urn:microsoft.com/office/officeart/2005/8/layout/vList2"/>
    <dgm:cxn modelId="{5E65AD5A-7B62-437E-A902-B8246624268A}" type="presParOf" srcId="{1974A220-8F91-4E0B-9415-CF9719FD40C4}" destId="{A2C45120-7AB0-4224-A768-A199018F3C88}" srcOrd="2" destOrd="0" presId="urn:microsoft.com/office/officeart/2005/8/layout/vList2"/>
    <dgm:cxn modelId="{29062830-F1D4-4B61-BA2D-67C1B0C884B7}" type="presParOf" srcId="{1974A220-8F91-4E0B-9415-CF9719FD40C4}" destId="{62443DFA-88EF-4F65-87A7-4488AFF8588F}" srcOrd="3" destOrd="0" presId="urn:microsoft.com/office/officeart/2005/8/layout/vList2"/>
    <dgm:cxn modelId="{83C45D2E-F137-445D-BBA5-C88FBD15F0A9}" type="presParOf" srcId="{1974A220-8F91-4E0B-9415-CF9719FD40C4}" destId="{81187511-74D1-4913-9A62-608EC7F6410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8A1BA1-FA1E-49A6-98AE-CB910CF9C381}">
      <dsp:nvSpPr>
        <dsp:cNvPr id="0" name=""/>
        <dsp:cNvSpPr/>
      </dsp:nvSpPr>
      <dsp:spPr>
        <a:xfrm>
          <a:off x="0" y="324581"/>
          <a:ext cx="84894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Case Study - Third in countries affected by the burden of cancer in Europe (Behind Ireland and Denmark.)</a:t>
          </a:r>
        </a:p>
      </dsp:txBody>
      <dsp:txXfrm>
        <a:off x="17563" y="342144"/>
        <a:ext cx="8454274" cy="324648"/>
      </dsp:txXfrm>
    </dsp:sp>
    <dsp:sp modelId="{FE90021D-7097-409D-8EB9-CDAF3C8ACCD4}">
      <dsp:nvSpPr>
        <dsp:cNvPr id="0" name=""/>
        <dsp:cNvSpPr/>
      </dsp:nvSpPr>
      <dsp:spPr>
        <a:xfrm>
          <a:off x="0" y="684356"/>
          <a:ext cx="8489400" cy="4114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538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Dutch women diagnosed with invasive breast cancer yearly - 14,000 cases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2,400 - breast cancer in situ.</a:t>
          </a:r>
        </a:p>
      </dsp:txBody>
      <dsp:txXfrm>
        <a:off x="0" y="684356"/>
        <a:ext cx="8489400" cy="411412"/>
      </dsp:txXfrm>
    </dsp:sp>
    <dsp:sp modelId="{A2C45120-7AB0-4224-A768-A199018F3C88}">
      <dsp:nvSpPr>
        <dsp:cNvPr id="0" name=""/>
        <dsp:cNvSpPr/>
      </dsp:nvSpPr>
      <dsp:spPr>
        <a:xfrm>
          <a:off x="0" y="1095768"/>
          <a:ext cx="84894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Epidemiology</a:t>
          </a:r>
        </a:p>
      </dsp:txBody>
      <dsp:txXfrm>
        <a:off x="17563" y="1113331"/>
        <a:ext cx="8454274" cy="324648"/>
      </dsp:txXfrm>
    </dsp:sp>
    <dsp:sp modelId="{62443DFA-88EF-4F65-87A7-4488AFF8588F}">
      <dsp:nvSpPr>
        <dsp:cNvPr id="0" name=""/>
        <dsp:cNvSpPr/>
      </dsp:nvSpPr>
      <dsp:spPr>
        <a:xfrm>
          <a:off x="0" y="1455543"/>
          <a:ext cx="8489400" cy="2049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9538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Mortality rate - 3,000 yearly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Odds of diagnosis: 1 in every 8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Most prevalent cancer in the country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Mean age of diagnosis - 61 years.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 dirty="0"/>
            <a:t>Ten-year overall breast cancer survival rates: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Early: 87% to 93%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Locally advanced: 41% to 62% </a:t>
          </a:r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Metastatic: 6% to 9%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DALYs: 65,000 Disability Adjusted Life Years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200" kern="1200"/>
            <a:t>YLs: 26,000 life years lost, </a:t>
          </a:r>
        </a:p>
      </dsp:txBody>
      <dsp:txXfrm>
        <a:off x="0" y="1455543"/>
        <a:ext cx="8489400" cy="2049300"/>
      </dsp:txXfrm>
    </dsp:sp>
    <dsp:sp modelId="{81187511-74D1-4913-9A62-608EC7F64107}">
      <dsp:nvSpPr>
        <dsp:cNvPr id="0" name=""/>
        <dsp:cNvSpPr/>
      </dsp:nvSpPr>
      <dsp:spPr>
        <a:xfrm>
          <a:off x="0" y="3504843"/>
          <a:ext cx="84894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/>
            <a:t>Economic burden: €1.27 billion. </a:t>
          </a:r>
          <a:endParaRPr lang="en-US" sz="1500" kern="1200"/>
        </a:p>
      </dsp:txBody>
      <dsp:txXfrm>
        <a:off x="17563" y="3522406"/>
        <a:ext cx="8454274" cy="324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Jeremiah starts</a:t>
            </a:r>
            <a:endParaRPr lang="en-US" sz="1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2b9a165a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2b9a165a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2b9a165aa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2b9a165aa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2dc026f282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2dc026f282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Situ means macroscopically invisible but visualized microscopically 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increase was driven by ductal carcinoma in situ (DCIS) and early breast cancer</a:t>
            </a: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Incidence of locally advanced and metastatic breast cancer remained stable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Jeremiah part ends here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2dc026f282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2dc026f282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dc026f282_4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2dc026f282_4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Maybe talk about this in presentation - 1570 columns, but only 12 were useful for our analysis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b9a165aa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2b9a165aab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Using logistic regression as a parameterization of the pure death process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Oladipo part ends here</a:t>
            </a: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2b9a165aa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2b9a165aa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Optimal means C-statistic and Area under the Curve greater than 90% like in simulations coverage prob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1887018e3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1887018e3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Mention death rate when someone talks about this slide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2dc026f40e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2dc026f40e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</a:t>
            </a:r>
            <a:r>
              <a:rPr lang="en" dirty="0"/>
              <a:t>andile starts here</a:t>
            </a: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1887018e3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1887018e3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2dc026f40e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2dc026f40e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1887018e3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1887018e3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Change 10,000 simulations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Sandile part ends here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1887018c9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1887018c9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blue color is the cumulative average death rate from the remaining population slide across 10,000 simulations like you saw earlier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Francis takes this slide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dc026f40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2dc026f40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dotted line is the linear pure death trend. The dotted line is the approximation of a linear solid blue line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" dirty="0"/>
              <a:t>Francis takes this slide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1887018e3f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1887018e3f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ODDs Tumor=0.53. 47% less chance of … ODDS of Grade 3= 9.6….. 8.6…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Francis starts here again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2dc026f40e_3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2dc026f40e_3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2dc026f40e_3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2dc026f40e_3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2dc026f282_4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2dc026f282_4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2b9a165aa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2b9a165aab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Aaron part ends here</a:t>
            </a: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2dc026f282_4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2dc026f282_4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Aaron part ends here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b9a165aab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2b9a165aab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Aaron take this slide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2b9a165aa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2b9a165aa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Aaron stops here</a:t>
            </a: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2dc026f40e_3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2dc026f40e_3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Jeremiah ends slide presentation from here</a:t>
            </a: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2b9a165aab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2b9a165aab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reason we did not include other covariates was because we wished for the area under the curve and c-statistic to be greater than 90% showing that the pure death process simulation worked very well in other models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145c618f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145c618f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dc026f282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2dc026f282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145c618f7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145c618f7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2dc026f28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2dc026f28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5447739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4372659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2805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592865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104202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46457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57473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72901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569198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7378506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032059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831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927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news-room/fact-sheets/detail/breast-cancer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dutchnews.nl/news/2020/08/the-netherlands-has-one-of-the-highest-incidences-of-cancer-in-europe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rep01236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1bp1ynq8xms31.cloudfront.net/wp-content/uploads/2015/02/Topology_Based_Data_Analysis_Identifies_a_Subgroup_of_Breast_Cancer_with_a_unique_mutational_profile_and_excellent_survival.pdf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1416" y="2973675"/>
            <a:ext cx="2004459" cy="208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54550" y="889575"/>
            <a:ext cx="8520600" cy="208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latin typeface="Calibri"/>
                <a:ea typeface="Calibri"/>
                <a:cs typeface="Calibri"/>
                <a:sym typeface="Calibri"/>
              </a:rPr>
              <a:t>A Comparative Study of Stochastic Pure Death Process and Cox Proportional Hazard Models in analyzing survival of breast cancer among Netherlands Women</a:t>
            </a:r>
            <a:endParaRPr lang="en-US" sz="720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0" y="3984625"/>
            <a:ext cx="7121400" cy="8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/>
              <a:t>Oladipo Afolayan, Jeremiah Akpabio, Sandile Ndabezitha,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/>
              <a:t>Francis Nkansah, Aaron Niecestro</a:t>
            </a: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225" y="-204275"/>
            <a:ext cx="2258400" cy="12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Table of Contents</a:t>
            </a:r>
            <a:endParaRPr b="1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Background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Objective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Data Description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Description of Models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Methods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Simulations and results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Discussion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Conclusion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Future Analysis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References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4781" y="1017725"/>
            <a:ext cx="3879219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7250" y="1219200"/>
            <a:ext cx="2200275" cy="22501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216450" y="93700"/>
            <a:ext cx="85206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Background </a:t>
            </a:r>
            <a:endParaRPr b="1"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34325" y="551900"/>
            <a:ext cx="8743200" cy="44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Cancer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2nd leading cause of non-communicable disease behind CVDs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Cancer burden: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■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Prevalence - 19.3 million by 2020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■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Mortality- over 10 million in the same year.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Breast cancer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Became the second most diagnosed cancer globally in 2020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2.3 million incident cases in 2020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685,000 deaths reported in the same year.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cause of cancer death in females 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5th cause of overall cancer related death globally.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Approximately 5–10% genetic or hereditary cause (BRCA1 or BRCA2 mutations)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Though a majority of diagnosed patients have no 1st degree family history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age standardized incidence rate in females - 48 per 100,000 of the population,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■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 per 100,000 - sub- Saharan Africa 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■"/>
            </a:pPr>
            <a:r>
              <a:rPr lang="en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 70 per 100,000 - Western Europe and North America</a:t>
            </a:r>
            <a:endParaRPr sz="18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257400" y="167000"/>
            <a:ext cx="8781600" cy="49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Theoretical framework of Breast Cancer in Netherlands</a:t>
            </a:r>
          </a:p>
        </p:txBody>
      </p:sp>
      <p:graphicFrame>
        <p:nvGraphicFramePr>
          <p:cNvPr id="80" name="Google Shape;78;p16">
            <a:extLst>
              <a:ext uri="{FF2B5EF4-FFF2-40B4-BE49-F238E27FC236}">
                <a16:creationId xmlns:a16="http://schemas.microsoft.com/office/drawing/2014/main" id="{59A43198-5CD2-7C2B-5952-98ACBC1523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3461435"/>
              </p:ext>
            </p:extLst>
          </p:nvPr>
        </p:nvGraphicFramePr>
        <p:xfrm>
          <a:off x="311700" y="790175"/>
          <a:ext cx="8489400" cy="41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6" name="Google Shape;76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93575" y="2290270"/>
            <a:ext cx="5125045" cy="2686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Aim &amp; Objective</a:t>
            </a:r>
            <a:endParaRPr b="1"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Aim: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Compare the efficacy of the pure death process and Cox proportional hazard model.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Objective: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To obtain a pure death process model and Cox proportional hazard model to predict the hazard rates for 272 women with breast cancer in the Netherlands. </a:t>
            </a:r>
            <a:endParaRPr>
              <a:solidFill>
                <a:schemeClr val="dk1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Run 10,000 simulations for the Pure Death Process and find the mean, standard deviation, standard error, and coverage probability.</a:t>
            </a:r>
            <a:endParaRPr>
              <a:solidFill>
                <a:schemeClr val="dk1"/>
              </a:solidFill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Determine whether using a stochastic pure death process model or a survival analysis cox proportional hazards model is better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Data Description</a:t>
            </a:r>
            <a:endParaRPr b="1"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932935"/>
            <a:ext cx="8520600" cy="40409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Dataset was published in 2016</a:t>
            </a: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272 breast cancer patients in the Netherlands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Primary focus of the data was a network built using only gene expression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Survival (in years),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Number of Censored Observations = 195 (71.69%)</a:t>
            </a:r>
            <a:endParaRPr sz="1600"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Number of Deaths = 77 (28.31%)</a:t>
            </a:r>
            <a:endParaRPr sz="1600"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Ranged from 0.711841 to 18.340862 years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Time to recurrence of a tumor (in years),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Ranged from 0.271 to 18.340862 years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Tumor Grade (1,2, 3)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Treatment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Chemotherapy, Hormonal, and Amputation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1555 Columns of data based on the gene expression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Age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600" dirty="0">
                <a:solidFill>
                  <a:schemeClr val="dk1"/>
                </a:solidFill>
              </a:rPr>
              <a:t>Ranged from 26-53 years old, mean 44.05</a:t>
            </a:r>
            <a:endParaRPr sz="16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Model Descriptions</a:t>
            </a:r>
            <a:endParaRPr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Google Shape;96;p1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7065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Char char="●"/>
                </a:pPr>
                <a:r>
                  <a:rPr lang="en-US" dirty="0">
                    <a:solidFill>
                      <a:schemeClr val="dk1"/>
                    </a:solidFill>
                  </a:rPr>
                  <a:t>Pure Death Process</a:t>
                </a:r>
              </a:p>
              <a:p>
                <a:pPr lvl="1">
                  <a:buClr>
                    <a:schemeClr val="dk1"/>
                  </a:buCl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P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( 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t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+△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t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) ) = 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k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−1 | 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t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)=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k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) = 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k</m:t>
                    </m:r>
                    <m:r>
                      <m:rPr>
                        <m:nor/>
                      </m:rPr>
                      <a:rPr lang="el-GR" dirty="0">
                        <a:solidFill>
                          <a:schemeClr val="dk1"/>
                        </a:solidFill>
                      </a:rPr>
                      <m:t>μ</m:t>
                    </m:r>
                    <m:r>
                      <m:rPr>
                        <m:nor/>
                      </m:rPr>
                      <a:rPr lang="el-GR" dirty="0">
                        <a:solidFill>
                          <a:schemeClr val="dk1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t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)△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t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 + 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o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t</m:t>
                    </m:r>
                    <m:r>
                      <m:rPr>
                        <m:nor/>
                      </m:rPr>
                      <a:rPr lang="en-US" dirty="0">
                        <a:solidFill>
                          <a:schemeClr val="dk1"/>
                        </a:solidFill>
                      </a:rPr>
                      <m:t>)</m:t>
                    </m:r>
                  </m:oMath>
                </a14:m>
                <a:endParaRPr lang="en-US" dirty="0">
                  <a:solidFill>
                    <a:schemeClr val="dk1"/>
                  </a:solidFill>
                </a:endParaRPr>
              </a:p>
              <a:p>
                <a:pPr marL="914400" lvl="1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○"/>
                </a:pPr>
                <a:r>
                  <a:rPr lang="en-US" dirty="0">
                    <a:solidFill>
                      <a:schemeClr val="dk1"/>
                    </a:solidFill>
                  </a:rPr>
                  <a:t>Force of mortality function we used was Exponential: </a:t>
                </a:r>
                <a:r>
                  <a:rPr lang="el-GR" dirty="0">
                    <a:solidFill>
                      <a:schemeClr val="dk1"/>
                    </a:solidFill>
                  </a:rPr>
                  <a:t>μ(</a:t>
                </a:r>
                <a:r>
                  <a:rPr lang="en-US" dirty="0">
                    <a:solidFill>
                      <a:schemeClr val="dk1"/>
                    </a:solidFill>
                  </a:rPr>
                  <a:t>t) = </a:t>
                </a:r>
                <a:r>
                  <a:rPr lang="el-GR" dirty="0">
                    <a:solidFill>
                      <a:schemeClr val="dk1"/>
                    </a:solidFill>
                  </a:rPr>
                  <a:t>μ</a:t>
                </a:r>
              </a:p>
              <a:p>
                <a:pPr marL="914400" lvl="1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○"/>
                </a:pPr>
                <a:r>
                  <a:rPr lang="en-US" dirty="0">
                    <a:solidFill>
                      <a:schemeClr val="dk1"/>
                    </a:solidFill>
                  </a:rPr>
                  <a:t>Analyzing the probability of death over time using stochastic techniques</a:t>
                </a:r>
              </a:p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Char char="●"/>
                </a:pPr>
                <a:r>
                  <a:rPr lang="en-US" dirty="0">
                    <a:solidFill>
                      <a:schemeClr val="dk1"/>
                    </a:solidFill>
                  </a:rPr>
                  <a:t>Cox Proportional Hazards Model</a:t>
                </a:r>
              </a:p>
              <a:p>
                <a:pPr lvl="1" fontAlgn="base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914400" lvl="1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○"/>
                </a:pPr>
                <a:r>
                  <a:rPr lang="en-US" dirty="0">
                    <a:solidFill>
                      <a:schemeClr val="dk1"/>
                    </a:solidFill>
                  </a:rPr>
                  <a:t>Stochastic pure death process is similar to survival analysis  </a:t>
                </a:r>
              </a:p>
              <a:p>
                <a:pPr marL="45720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Char char="●"/>
                </a:pPr>
                <a:r>
                  <a:rPr lang="en-US" dirty="0">
                    <a:solidFill>
                      <a:schemeClr val="dk1"/>
                    </a:solidFill>
                  </a:rPr>
                  <a:t>Logistic Regression</a:t>
                </a:r>
              </a:p>
              <a:p>
                <a:pPr lvl="1" fontAlgn="base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Logit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i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l-GR" i="0">
                            <a:latin typeface="Cambria Math" panose="02040503050406030204" pitchFamily="18" charset="0"/>
                          </a:rPr>
                          <m:t>0 </m:t>
                        </m:r>
                      </m:sub>
                    </m:sSub>
                    <m:r>
                      <a:rPr lang="el-GR" i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 lang="el-GR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1 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+ … +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endParaRPr lang="en-US" dirty="0"/>
              </a:p>
              <a:p>
                <a:pPr marL="914400" lvl="1" indent="-3175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Char char="○"/>
                </a:pPr>
                <a:r>
                  <a:rPr lang="en-US" dirty="0">
                    <a:solidFill>
                      <a:schemeClr val="dk1"/>
                    </a:solidFill>
                  </a:rPr>
                  <a:t>Pure death process is similar to 2 state Markov chains, so a logistic regression can be used to parametrize </a:t>
                </a:r>
                <a:endParaRPr dirty="0">
                  <a:solidFill>
                    <a:schemeClr val="dk1"/>
                  </a:solidFill>
                </a:endParaRPr>
              </a:p>
            </p:txBody>
          </p:sp>
        </mc:Choice>
        <mc:Fallback xmlns="">
          <p:sp>
            <p:nvSpPr>
              <p:cNvPr id="96" name="Google Shape;96;p1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520600" cy="3706500"/>
              </a:xfrm>
              <a:prstGeom prst="rect">
                <a:avLst/>
              </a:prstGeom>
              <a:blipFill>
                <a:blip r:embed="rId3"/>
                <a:stretch>
                  <a:fillRect t="-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5600" y="129000"/>
            <a:ext cx="5127175" cy="112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Methods</a:t>
            </a:r>
            <a:endParaRPr b="1"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Analysis was conducted using R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Running 10,000 simulations of the pure death process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Calculating the statistics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Based on the simulation of the population at the end of each year, use survival analysis approach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 i.e. calculating Kaplan-Meier and Nelson-Aalen estimators and creating visualisations 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Using the real data to compare the basic survival analysis tools with simulations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Analyzing an optimal Cox Proportional Hazards Model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Analyzing an optimal Logistic Regression Model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200500" y="125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Flow Chart of Research</a:t>
            </a:r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t="19144" b="20425"/>
          <a:stretch/>
        </p:blipFill>
        <p:spPr>
          <a:xfrm>
            <a:off x="1098912" y="805984"/>
            <a:ext cx="6723775" cy="413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255900" y="268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 b="1" dirty="0"/>
              <a:t>Pure death process </a:t>
            </a:r>
            <a:r>
              <a:rPr lang="en" b="1" dirty="0"/>
              <a:t>s</a:t>
            </a:r>
            <a:r>
              <a:rPr lang="en" sz="2800" b="1" dirty="0"/>
              <a:t>imulation</a:t>
            </a:r>
            <a:endParaRPr sz="3800" b="1" dirty="0"/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255900" y="958000"/>
            <a:ext cx="8520600" cy="36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116" name="Google Shape;116;p22"/>
          <p:cNvGraphicFramePr/>
          <p:nvPr>
            <p:extLst>
              <p:ext uri="{D42A27DB-BD31-4B8C-83A1-F6EECF244321}">
                <p14:modId xmlns:p14="http://schemas.microsoft.com/office/powerpoint/2010/main" val="183011613"/>
              </p:ext>
            </p:extLst>
          </p:nvPr>
        </p:nvGraphicFramePr>
        <p:xfrm>
          <a:off x="2403987" y="1391091"/>
          <a:ext cx="4224426" cy="2361317"/>
        </p:xfrm>
        <a:graphic>
          <a:graphicData uri="http://schemas.openxmlformats.org/drawingml/2006/table">
            <a:tbl>
              <a:tblPr>
                <a:noFill/>
                <a:tableStyleId>{7DF8364C-EBF6-459D-976C-8C9DFAAE2399}</a:tableStyleId>
              </a:tblPr>
              <a:tblGrid>
                <a:gridCol w="2821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11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</a:rPr>
                        <a:t>Number of Simulations</a:t>
                      </a: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/>
                        <a:t>10,000</a:t>
                      </a: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11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Number of Simulation Years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18.34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11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Initial Population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272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11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True Death Rate</a:t>
                      </a:r>
                      <a:endParaRPr sz="1600"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0.018</a:t>
                      </a:r>
                      <a:endParaRPr sz="160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75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/>
                        <a:t>Significance Level</a:t>
                      </a:r>
                      <a:endParaRPr sz="1600"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/>
                        <a:t>0.05</a:t>
                      </a:r>
                      <a:endParaRPr sz="1600"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23"/>
          <p:cNvGraphicFramePr/>
          <p:nvPr>
            <p:extLst>
              <p:ext uri="{D42A27DB-BD31-4B8C-83A1-F6EECF244321}">
                <p14:modId xmlns:p14="http://schemas.microsoft.com/office/powerpoint/2010/main" val="3720988050"/>
              </p:ext>
            </p:extLst>
          </p:nvPr>
        </p:nvGraphicFramePr>
        <p:xfrm>
          <a:off x="1329999" y="2657910"/>
          <a:ext cx="6810375" cy="1711588"/>
        </p:xfrm>
        <a:graphic>
          <a:graphicData uri="http://schemas.openxmlformats.org/drawingml/2006/table">
            <a:tbl>
              <a:tblPr>
                <a:noFill/>
                <a:tableStyleId>{46D7DD81-055A-4594-8855-18926C1ADF57}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</a:rPr>
                        <a:t>Time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</a:rPr>
                        <a:t>(Years)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True Death Rate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Estimated Death Rate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Standard deviation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Standard Error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Coverage Probability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 to 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</a:rPr>
                        <a:t>0.0397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0.0331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0.00499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0.00005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0.971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6 to 10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0.01249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0.0114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0.00204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0.00002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0.947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11 to 15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0.005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 0.0047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0.00107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0.00001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</a:rPr>
                        <a:t> 0.962</a:t>
                      </a:r>
                      <a:endParaRPr sz="1200" dirty="0">
                        <a:solidFill>
                          <a:schemeClr val="dk1"/>
                        </a:solidFill>
                      </a:endParaRPr>
                    </a:p>
                  </a:txBody>
                  <a:tcPr marL="68575" marR="68575" marT="91425" marB="914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2" name="Google Shape;122;p23"/>
          <p:cNvGraphicFramePr/>
          <p:nvPr>
            <p:extLst>
              <p:ext uri="{D42A27DB-BD31-4B8C-83A1-F6EECF244321}">
                <p14:modId xmlns:p14="http://schemas.microsoft.com/office/powerpoint/2010/main" val="922860115"/>
              </p:ext>
            </p:extLst>
          </p:nvPr>
        </p:nvGraphicFramePr>
        <p:xfrm>
          <a:off x="1329999" y="1151320"/>
          <a:ext cx="6810375" cy="1196270"/>
        </p:xfrm>
        <a:graphic>
          <a:graphicData uri="http://schemas.openxmlformats.org/drawingml/2006/table">
            <a:tbl>
              <a:tblPr>
                <a:noFill/>
                <a:tableStyleId>{7DF8364C-EBF6-459D-976C-8C9DFAAE2399}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(Years)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Death Rate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Estimated Death Rate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Standard Deviation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Standard Error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Coverage Probability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0-18.4 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0.018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0.01747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0.001905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0.00002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</a:rPr>
                        <a:t>0.988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255900" y="268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b="1" dirty="0"/>
              <a:t>Simulation Statistics</a:t>
            </a:r>
            <a:endParaRPr sz="38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255875" y="156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 b="1" dirty="0"/>
              <a:t>Pure death process - Remaining Population</a:t>
            </a:r>
            <a:endParaRPr sz="2800" b="1" dirty="0"/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311700" y="653200"/>
            <a:ext cx="5957100" cy="38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7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 rotWithShape="1">
          <a:blip r:embed="rId3">
            <a:alphaModFix/>
          </a:blip>
          <a:srcRect t="1565"/>
          <a:stretch/>
        </p:blipFill>
        <p:spPr>
          <a:xfrm>
            <a:off x="1103150" y="840611"/>
            <a:ext cx="6826050" cy="420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311700" y="79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en" sz="2420" b="1"/>
              <a:t>Pure Death Process - 5 Year Intervals</a:t>
            </a:r>
            <a:endParaRPr sz="3320" b="1"/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3">
            <a:alphaModFix/>
          </a:blip>
          <a:srcRect t="2369" r="2987" b="2101"/>
          <a:stretch/>
        </p:blipFill>
        <p:spPr>
          <a:xfrm>
            <a:off x="1314600" y="652050"/>
            <a:ext cx="6525125" cy="42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255875" y="156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800" b="1"/>
              <a:t>Pure death process</a:t>
            </a:r>
            <a:endParaRPr sz="3800" b="1"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311700" y="790600"/>
            <a:ext cx="6450300" cy="41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707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144" y="761119"/>
            <a:ext cx="7018075" cy="421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title"/>
          </p:nvPr>
        </p:nvSpPr>
        <p:spPr>
          <a:xfrm>
            <a:off x="311700" y="79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en" sz="2420" b="1"/>
              <a:t>Linear Pure Death Trend</a:t>
            </a:r>
            <a:endParaRPr sz="332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Google Shape;149;p2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93100" y="652050"/>
                <a:ext cx="7860300" cy="42402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lnSpcReduction="10000"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ct val="49567"/>
                  <a:buFont typeface="Arial"/>
                  <a:buNone/>
                </a:pPr>
                <a:endParaRPr lang="en-US" sz="2219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Clr>
                    <a:schemeClr val="dk1"/>
                  </a:buClr>
                  <a:buSzPct val="49567"/>
                  <a:buFont typeface="Arial"/>
                  <a:buNone/>
                </a:pPr>
                <a:endParaRPr lang="en-US" sz="2219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Clr>
                    <a:schemeClr val="dk1"/>
                  </a:buClr>
                  <a:buSzPct val="49567"/>
                  <a:buFont typeface="Arial"/>
                  <a:buNone/>
                </a:pPr>
                <a:endParaRPr lang="en-US" sz="2219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Clr>
                    <a:schemeClr val="dk1"/>
                  </a:buClr>
                  <a:buSzPct val="49567"/>
                  <a:buFont typeface="Arial"/>
                  <a:buNone/>
                </a:pPr>
                <a:endParaRPr lang="en-US" sz="2219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Clr>
                    <a:schemeClr val="dk1"/>
                  </a:buClr>
                  <a:buSzPct val="49567"/>
                  <a:buFont typeface="Arial"/>
                  <a:buNone/>
                </a:pPr>
                <a:endParaRPr lang="en-US" sz="2219" dirty="0">
                  <a:solidFill>
                    <a:schemeClr val="dk1"/>
                  </a:solidFill>
                </a:endParaRPr>
              </a:p>
              <a:p>
                <a:pPr marL="0" marR="0" indent="0" fontAlgn="base">
                  <a:buNone/>
                </a:pPr>
                <a:endParaRPr lang="en-US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fontAlgn="base"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Linear Death Model: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P</m:t>
                    </m:r>
                    <m:d>
                      <m:dPr>
                        <m:begChr m:val="["/>
                        <m:endChr m:val="]"/>
                        <m:ctrlPr>
                          <a:rPr lang="ar-AE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Y</m:t>
                        </m:r>
                        <m:d>
                          <m:dPr>
                            <m:ctrlPr>
                              <a:rPr lang="ar-AE" sz="20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t</m:t>
                            </m:r>
                            <m: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+△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t</m:t>
                            </m:r>
                          </m:e>
                        </m:d>
                        <m:r>
                          <a:rPr lang="ar-AE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k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Y</m:t>
                        </m:r>
                        <m:d>
                          <m:dPr>
                            <m:ctrlPr>
                              <a:rPr lang="ar-AE" sz="20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t</m:t>
                            </m:r>
                          </m:e>
                        </m:d>
                        <m:r>
                          <a:rPr lang="ar-AE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k</m:t>
                        </m:r>
                      </m:e>
                    </m:d>
                    <m:r>
                      <a:rPr lang="ar-AE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r>
                      <a:rPr lang="ar-AE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</m:t>
                    </m:r>
                    <m:r>
                      <a:rPr lang="ar-AE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  <m:r>
                      <a:rPr lang="ar-AE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018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k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△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fontAlgn="base"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First 5 years: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P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Y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t</m:t>
                            </m:r>
                            <m: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+△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t</m:t>
                            </m:r>
                          </m:e>
                        </m:d>
                        <m: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k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Y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t</m:t>
                            </m:r>
                          </m:e>
                        </m:d>
                        <m: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k</m:t>
                        </m:r>
                      </m:e>
                    </m:d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0397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k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△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fontAlgn="base"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6 to 10 years: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P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Y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t</m:t>
                            </m:r>
                            <m: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+△</m:t>
                            </m:r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t</m:t>
                            </m:r>
                          </m:e>
                        </m:d>
                        <m: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k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e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Y</m:t>
                        </m:r>
                        <m:d>
                          <m:d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t</m:t>
                            </m:r>
                          </m:e>
                        </m:d>
                        <m: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k</m:t>
                        </m:r>
                      </m:e>
                    </m:d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01249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k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△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342900" fontAlgn="base"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11 to 15 years: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P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Y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+△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k</m:t>
                    </m:r>
                    <m:r>
                      <a:rPr lang="en-US" sz="20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−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Y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k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] = 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005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k</m:t>
                    </m:r>
                    <m: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 Math" panose="02040503050406030204" pitchFamily="18" charset="0"/>
                      </a:rPr>
                      <m:t>△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t</m:t>
                    </m:r>
                  </m:oMath>
                </a14:m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1200"/>
                  </a:spcAft>
                  <a:buClr>
                    <a:schemeClr val="dk1"/>
                  </a:buClr>
                  <a:buSzPct val="56891"/>
                  <a:buFont typeface="Arial"/>
                  <a:buNone/>
                </a:pPr>
                <a:endParaRPr sz="1933" dirty="0">
                  <a:solidFill>
                    <a:schemeClr val="dk1"/>
                  </a:solidFill>
                </a:endParaRPr>
              </a:p>
            </p:txBody>
          </p:sp>
        </mc:Choice>
        <mc:Fallback xmlns="">
          <p:sp>
            <p:nvSpPr>
              <p:cNvPr id="149" name="Google Shape;149;p2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93100" y="652050"/>
                <a:ext cx="7860300" cy="4240200"/>
              </a:xfrm>
              <a:prstGeom prst="rect">
                <a:avLst/>
              </a:prstGeom>
              <a:blipFill>
                <a:blip r:embed="rId3"/>
                <a:stretch>
                  <a:fillRect l="-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0" name="Google Shape;15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625" y="652050"/>
            <a:ext cx="5014349" cy="20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90"/>
              <a:buNone/>
            </a:pPr>
            <a:r>
              <a:rPr lang="en" sz="2420" b="1"/>
              <a:t>Logistic Regression Model</a:t>
            </a:r>
            <a:endParaRPr sz="332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90775" y="1024375"/>
                <a:ext cx="8520600" cy="39237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dirty="0"/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lang="en-US" dirty="0"/>
              </a:p>
              <a:p>
                <a:pPr marL="0" indent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𝑃</m:t>
                      </m:r>
                      <m:r>
                        <a:rPr lang="en-US" sz="16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(</m:t>
                      </m:r>
                      <m:r>
                        <a:rPr lang="en-US" sz="16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𝑌</m:t>
                      </m:r>
                      <m:r>
                        <a:rPr lang="en-US" sz="16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en-US" sz="16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1</m:t>
                      </m:r>
                      <m:r>
                        <a:rPr lang="en-US" sz="16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)</m:t>
                      </m:r>
                      <m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Exp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06099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62604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Time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Rec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+ 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4878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Gr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2629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Gr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Exp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06099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62604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Time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Rec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 + 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4878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Gr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2629</m:t>
                          </m:r>
                          <m:r>
                            <a:rPr lang="en-US" sz="16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Gr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3</m:t>
                          </m:r>
                          <m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6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lvl="0" indent="0" algn="l" rtl="0">
                  <a:spcBef>
                    <a:spcPts val="120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179" name="Google Shape;179;p3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90775" y="1024375"/>
                <a:ext cx="8520600" cy="3923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7" name="Google Shape;177;p31"/>
          <p:cNvGraphicFramePr/>
          <p:nvPr>
            <p:extLst>
              <p:ext uri="{D42A27DB-BD31-4B8C-83A1-F6EECF244321}">
                <p14:modId xmlns:p14="http://schemas.microsoft.com/office/powerpoint/2010/main" val="3884979983"/>
              </p:ext>
            </p:extLst>
          </p:nvPr>
        </p:nvGraphicFramePr>
        <p:xfrm>
          <a:off x="1484951" y="1122343"/>
          <a:ext cx="5928462" cy="2660985"/>
        </p:xfrm>
        <a:graphic>
          <a:graphicData uri="http://schemas.openxmlformats.org/drawingml/2006/table">
            <a:tbl>
              <a:tblPr>
                <a:noFill/>
                <a:tableStyleId>{7DF8364C-EBF6-459D-976C-8C9DFAAE2399}</a:tableStyleId>
              </a:tblPr>
              <a:tblGrid>
                <a:gridCol w="1078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9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562">
                  <a:extLst>
                    <a:ext uri="{9D8B030D-6E8A-4147-A177-3AD203B41FA5}">
                      <a16:colId xmlns:a16="http://schemas.microsoft.com/office/drawing/2014/main" val="3959372447"/>
                    </a:ext>
                  </a:extLst>
                </a:gridCol>
                <a:gridCol w="1297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3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083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Parameter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Coefficient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Exp(Coefficient)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Standard Deviation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P-value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Intercept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1.06099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2.89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0.70076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0.130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25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of Tumor Recurrence 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-0.62604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0.53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0.08441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&lt; 0.0001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0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Grade 2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1.48784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4.43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0.64553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0.0212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0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Grade 3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2.26292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9.61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0.6438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0.0004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8" name="Google Shape;178;p31"/>
          <p:cNvSpPr txBox="1"/>
          <p:nvPr/>
        </p:nvSpPr>
        <p:spPr>
          <a:xfrm>
            <a:off x="0" y="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76;p31">
            <a:extLst>
              <a:ext uri="{FF2B5EF4-FFF2-40B4-BE49-F238E27FC236}">
                <a16:creationId xmlns:a16="http://schemas.microsoft.com/office/drawing/2014/main" id="{632073D8-E80E-AD8C-E4CB-921AE11B5D9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8422" y="199329"/>
            <a:ext cx="5867156" cy="416878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79DDE2-2844-7F9C-A032-6618025D8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957" y="1369218"/>
            <a:ext cx="8274393" cy="357495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Area under the Curve (AUC) = 0.923</a:t>
            </a:r>
          </a:p>
        </p:txBody>
      </p:sp>
    </p:spTree>
    <p:extLst>
      <p:ext uri="{BB962C8B-B14F-4D97-AF65-F5344CB8AC3E}">
        <p14:creationId xmlns:p14="http://schemas.microsoft.com/office/powerpoint/2010/main" val="207891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Simulations versus Real Data for Death Rates</a:t>
            </a:r>
            <a:endParaRPr b="1"/>
          </a:p>
        </p:txBody>
      </p:sp>
      <p:graphicFrame>
        <p:nvGraphicFramePr>
          <p:cNvPr id="156" name="Google Shape;156;p28"/>
          <p:cNvGraphicFramePr/>
          <p:nvPr>
            <p:extLst>
              <p:ext uri="{D42A27DB-BD31-4B8C-83A1-F6EECF244321}">
                <p14:modId xmlns:p14="http://schemas.microsoft.com/office/powerpoint/2010/main" val="2363391541"/>
              </p:ext>
            </p:extLst>
          </p:nvPr>
        </p:nvGraphicFramePr>
        <p:xfrm>
          <a:off x="311700" y="1162050"/>
          <a:ext cx="8520625" cy="3709125"/>
        </p:xfrm>
        <a:graphic>
          <a:graphicData uri="http://schemas.openxmlformats.org/drawingml/2006/table">
            <a:tbl>
              <a:tblPr>
                <a:noFill/>
                <a:tableStyleId>{7DF8364C-EBF6-459D-976C-8C9DFAAE2399}</a:tableStyleId>
              </a:tblPr>
              <a:tblGrid>
                <a:gridCol w="170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4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4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Simulation</a:t>
                      </a:r>
                      <a:endParaRPr b="1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Actual Data</a:t>
                      </a:r>
                      <a:endParaRPr b="1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Year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Kaplan-Meier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Nelson-Aalen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Kaplan-Meier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Nelson-Aalen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0.0000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0.0000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0.0000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0.0000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0.0551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0.0546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0.1066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0.1039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0.0993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0.0984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0.2169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0.2121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0.1471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0.1458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0.2500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0.2452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0.1949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0.1932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0.2721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0.2672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0.2390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0.2370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0.2831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0.2783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0.2721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0.2698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0.2831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0.2783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Simulation vs Real Data in Survival Analysis Graphs</a:t>
            </a:r>
            <a:endParaRPr b="1"/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50" y="1170125"/>
            <a:ext cx="4506550" cy="27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674" y="1170125"/>
            <a:ext cx="4433875" cy="270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Simulation vs Actual Data in Survival Analysis Graphs</a:t>
            </a:r>
            <a:endParaRPr b="1"/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2750"/>
            <a:ext cx="4284350" cy="257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7250" y="1582750"/>
            <a:ext cx="4284350" cy="2570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Cox Proportional Hazards Model</a:t>
            </a:r>
            <a:endParaRPr b="1"/>
          </a:p>
        </p:txBody>
      </p:sp>
      <p:sp>
        <p:nvSpPr>
          <p:cNvPr id="185" name="Google Shape;185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10800" cy="3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</a:rPr>
              <a:t>Concordance (C-Statistic) = 0.949 (+/- 0.008) 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186" name="Google Shape;186;p32"/>
          <p:cNvGraphicFramePr/>
          <p:nvPr>
            <p:extLst>
              <p:ext uri="{D42A27DB-BD31-4B8C-83A1-F6EECF244321}">
                <p14:modId xmlns:p14="http://schemas.microsoft.com/office/powerpoint/2010/main" val="2519435492"/>
              </p:ext>
            </p:extLst>
          </p:nvPr>
        </p:nvGraphicFramePr>
        <p:xfrm>
          <a:off x="80350" y="1451850"/>
          <a:ext cx="8873500" cy="2239799"/>
        </p:xfrm>
        <a:graphic>
          <a:graphicData uri="http://schemas.openxmlformats.org/drawingml/2006/table">
            <a:tbl>
              <a:tblPr>
                <a:noFill/>
                <a:tableStyleId>{7DF8364C-EBF6-459D-976C-8C9DFAAE2399}</a:tableStyleId>
              </a:tblPr>
              <a:tblGrid>
                <a:gridCol w="19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4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552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Risk Factor</a:t>
                      </a:r>
                      <a:endParaRPr/>
                    </a:p>
                  </a:txBody>
                  <a:tcPr marL="91425" marR="91425" marT="91425" marB="91425"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Parameter Estimate</a:t>
                      </a:r>
                      <a:endParaRPr/>
                    </a:p>
                  </a:txBody>
                  <a:tcPr marL="91425" marR="91425" marT="91425" marB="91425"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Exp(Parameter Estimate)</a:t>
                      </a:r>
                      <a:endParaRPr/>
                    </a:p>
                  </a:txBody>
                  <a:tcPr marL="91425" marR="91425" marT="91425" marB="91425"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Standard Error</a:t>
                      </a:r>
                      <a:endParaRPr/>
                    </a:p>
                  </a:txBody>
                  <a:tcPr marL="91425" marR="91425" marT="91425" marB="91425"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P-value</a:t>
                      </a:r>
                      <a:endParaRPr/>
                    </a:p>
                  </a:txBody>
                  <a:tcPr marL="91425" marR="91425" marT="91425" marB="91425"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Confidence Interval</a:t>
                      </a:r>
                      <a:endParaRPr/>
                    </a:p>
                  </a:txBody>
                  <a:tcPr marL="91425" marR="91425" marT="91425" marB="91425">
                    <a:lnB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Log(Time of Tumor Recurrence)</a:t>
                      </a:r>
                      <a:endParaRPr/>
                    </a:p>
                  </a:txBody>
                  <a:tcPr marL="91425" marR="91425" marT="91425" marB="91425"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-1.5998</a:t>
                      </a:r>
                      <a:endParaRPr/>
                    </a:p>
                  </a:txBody>
                  <a:tcPr marL="91425" marR="91425" marT="91425" marB="91425"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0.2019</a:t>
                      </a:r>
                      <a:endParaRPr/>
                    </a:p>
                  </a:txBody>
                  <a:tcPr marL="91425" marR="91425" marT="91425" marB="91425"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0.1175</a:t>
                      </a:r>
                      <a:endParaRPr/>
                    </a:p>
                  </a:txBody>
                  <a:tcPr marL="91425" marR="91425" marT="91425" marB="91425"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&lt; 2e-16</a:t>
                      </a:r>
                      <a:endParaRPr/>
                    </a:p>
                  </a:txBody>
                  <a:tcPr marL="91425" marR="91425" marT="91425" marB="91425"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(0.1604, 0.254)</a:t>
                      </a:r>
                      <a:endParaRPr/>
                    </a:p>
                  </a:txBody>
                  <a:tcPr marL="91425" marR="91425" marT="91425" marB="91425">
                    <a:lnT w="127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0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Tumor Grade = 2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1.2082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3.3473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0.5424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0.0259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(1.1561, 9.6916)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Tumor Grade = 3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1.5915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4.9113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0.5384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0.0031</a:t>
                      </a:r>
                      <a:endParaRPr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(1.7096, 14.1091)</a:t>
                      </a:r>
                      <a:endParaRPr dirty="0"/>
                    </a:p>
                  </a:txBody>
                  <a:tcPr marL="91425" marR="91425" marT="91425" marB="9142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Graph for Cox PH Model</a:t>
            </a:r>
            <a:endParaRPr b="1"/>
          </a:p>
        </p:txBody>
      </p:sp>
      <p:sp>
        <p:nvSpPr>
          <p:cNvPr id="193" name="Google Shape;193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05000" cy="3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Survival rate at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5 Years ≈ 0.97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10 Years ≈ 0.89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15 Years ≈ 0.78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18 Years ≈ 0.78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endParaRPr lang="en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Hazard rate at 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5 Years ≈ 0.03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10 Years ≈ 0.11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15 Years ≈ 0.22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</a:rPr>
              <a:t>18 Years ≈ 0.22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192" name="Google Shape;1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175" y="946525"/>
            <a:ext cx="4799576" cy="403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Discussion</a:t>
            </a:r>
            <a:endParaRPr b="1"/>
          </a:p>
        </p:txBody>
      </p:sp>
      <p:sp>
        <p:nvSpPr>
          <p:cNvPr id="199" name="Google Shape;199;p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Coverage Probability of Death Process Simulations &gt; 90%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Logistic Regression Area under the Curve = 0.923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Cox PH C-statistic = 0.949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Based on our analysis, our models predict the death and survival very well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Useful R Packages for Birth-Death Process</a:t>
            </a:r>
            <a:endParaRPr b="1"/>
          </a:p>
        </p:txBody>
      </p:sp>
      <p:sp>
        <p:nvSpPr>
          <p:cNvPr id="211" name="Google Shape;211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DOBAD</a:t>
            </a:r>
            <a:endParaRPr sz="240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Provides Frequentist (EM) and Bayesian (MCMC) Methods for Inference of Birth-Death-Immigration Markov Chains</a:t>
            </a:r>
            <a:endParaRPr sz="2000">
              <a:solidFill>
                <a:schemeClr val="dk1"/>
              </a:solidFill>
            </a:endParaRPr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" sz="2000">
                <a:solidFill>
                  <a:schemeClr val="dk1"/>
                </a:solidFill>
              </a:rPr>
              <a:t>Does not work for pure birth, pure death, pure immigration</a:t>
            </a:r>
            <a:endParaRPr sz="20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msm </a:t>
            </a:r>
            <a:endParaRPr sz="240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Include the ability to model transition rates and hidden Markov output models in terms of covariates, and the ability to model data with a variety of observation schemes, including censored states</a:t>
            </a:r>
            <a:endParaRPr sz="2000">
              <a:solidFill>
                <a:schemeClr val="dk1"/>
              </a:solidFill>
            </a:endParaRPr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" sz="2000">
                <a:solidFill>
                  <a:schemeClr val="dk1"/>
                </a:solidFill>
              </a:rPr>
              <a:t>This packages work for multi-state Markovs but not for pure process models converted in Markov Chains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Conclusion</a:t>
            </a:r>
            <a:endParaRPr b="1"/>
          </a:p>
        </p:txBody>
      </p:sp>
      <p:sp>
        <p:nvSpPr>
          <p:cNvPr id="205" name="Google Shape;205;p3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Based on our analysis, although the Cox PH Model outperformed the logistic regression model with their statistics (AUC, and C-statistic), we believe that the pure death process model approach using logistic regression was more efficient and better than the survival model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is because in the Cox PH model, the tradeoffs of taking away the treatment and subject’s age variables were much steeper of a price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Challenge with the code, not being able to use R packages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Future Analysis</a:t>
            </a:r>
            <a:endParaRPr b="1"/>
          </a:p>
        </p:txBody>
      </p:sp>
      <p:sp>
        <p:nvSpPr>
          <p:cNvPr id="217" name="Google Shape;217;p3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Debug and run the Pure Death Process model with our actual data in R or SAS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Find other breast cancer survival data with a larger sample size and run the same analysis to see if the results differ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Find other cancer survival data with a larger sample size and run the same analysis to see if the results differ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Re-do analysis with more emphasis on other covariates (keeping them in the model)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Acknowledgement</a:t>
            </a:r>
            <a:endParaRPr b="1"/>
          </a:p>
        </p:txBody>
      </p:sp>
      <p:sp>
        <p:nvSpPr>
          <p:cNvPr id="239" name="Google Shape;239;p4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We wish to acknowledge Dr. Wenyaw Chan for all his help with our data analysis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b="1"/>
              <a:t>References</a:t>
            </a:r>
            <a:endParaRPr b="1"/>
          </a:p>
        </p:txBody>
      </p:sp>
      <p:sp>
        <p:nvSpPr>
          <p:cNvPr id="223" name="Google Shape;223;p38"/>
          <p:cNvSpPr txBox="1">
            <a:spLocks noGrp="1"/>
          </p:cNvSpPr>
          <p:nvPr>
            <p:ph type="body" idx="1"/>
          </p:nvPr>
        </p:nvSpPr>
        <p:spPr>
          <a:xfrm>
            <a:off x="259492" y="1152475"/>
            <a:ext cx="8572808" cy="37902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1.       Wilkinson L, Gathani T. Understanding breast cancer as a global health concern. Br J Radiol. 2022;95(1130):7–9.</a:t>
            </a:r>
            <a:endParaRPr sz="1200" dirty="0">
              <a:solidFill>
                <a:schemeClr val="dk1"/>
              </a:solidFill>
            </a:endParaRPr>
          </a:p>
          <a:p>
            <a:pPr marL="406400" lvl="0" indent="-4064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2  	Breast cancer [Internet]. [cited 2023 Apr 14]. Available from:</a:t>
            </a:r>
            <a:r>
              <a:rPr lang="en" sz="1200" u="sng" dirty="0">
                <a:solidFill>
                  <a:schemeClr val="hlink"/>
                </a:solidFill>
                <a:hlinkClick r:id="rId3"/>
              </a:rPr>
              <a:t>https://www.who.int/news-room/fact-sheets/detail/breast-cancer</a:t>
            </a:r>
            <a:r>
              <a:rPr lang="en" sz="12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chemeClr val="dk1"/>
              </a:solidFill>
            </a:endParaRPr>
          </a:p>
          <a:p>
            <a:pPr marL="406400" lvl="0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3.    	The Netherlands has one of the highest incidences of cancer in Europe - DutchNews.nl [Internet]. [cited 2023 Apr 14]. Available from: </a:t>
            </a:r>
            <a:r>
              <a:rPr lang="en" sz="1200" u="sng" dirty="0">
                <a:solidFill>
                  <a:schemeClr val="hlink"/>
                </a:solidFill>
                <a:hlinkClick r:id="rId4"/>
              </a:rPr>
              <a:t>https://www.dutchnews.nl/news/2020/08/the-netherlands-has-one-of-the-highest-incidences-of-cancer-in-europe/</a:t>
            </a:r>
            <a:r>
              <a:rPr lang="en" sz="12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chemeClr val="dk1"/>
              </a:solidFill>
            </a:endParaRPr>
          </a:p>
          <a:p>
            <a:pPr marL="406400" lvl="0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</a:rPr>
              <a:t>4.    	Breast cancer in the Netherlands | RIVM [Internet]. [cited 2023 Apr 14]. Available from: https://www.rivm.nl/en/breast-cancer-screening-programme/breast-cancer-in-netherlands</a:t>
            </a:r>
            <a:endParaRPr sz="1200" dirty="0">
              <a:solidFill>
                <a:schemeClr val="dk1"/>
              </a:solidFill>
            </a:endParaRPr>
          </a:p>
          <a:p>
            <a:pPr marL="406400" lvl="0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 startAt="5"/>
            </a:pPr>
            <a:r>
              <a:rPr lang="en" sz="1200" dirty="0">
                <a:solidFill>
                  <a:schemeClr val="dk1"/>
                </a:solidFill>
              </a:rPr>
              <a:t>Vondeling GT, Menezes GL, Dvortsin EP, Jansman FGA, Konings IR, Postma MJ, et al. Burden of early, advanced and metastatic breast cancer in The Netherlands. BMC Cancer. 2018;18(1):1–11.</a:t>
            </a:r>
          </a:p>
          <a:p>
            <a:pPr marL="406400" lvl="0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 startAt="5"/>
            </a:pPr>
            <a:r>
              <a:rPr lang="en" sz="1200" dirty="0">
                <a:solidFill>
                  <a:schemeClr val="dk1"/>
                </a:solidFill>
              </a:rPr>
              <a:t>Van Maaren MC, de Munck L, Strobbe LJA, Sonke GS, Westenend PJ, Smidt ML, et al. Ten-year recurrence rates for breast cancer subtypes in the Netherlands: A large population-based study. Int J Cancer. 2019;144(2):263–72</a:t>
            </a:r>
          </a:p>
          <a:p>
            <a:pPr marL="406400" lvl="0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 startAt="5"/>
            </a:pPr>
            <a:r>
              <a:rPr lang="en-US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Paton, L., </a:t>
            </a:r>
            <a:r>
              <a:rPr lang="en-US" sz="1200" dirty="0" err="1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Troffaes</a:t>
            </a:r>
            <a:r>
              <a:rPr lang="en-US" sz="1200" dirty="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, M.C.M., Boatman, N., Hussein, M., Hart, A. (2014). Multinomial Logistic Regression on Markov Chains for Crop Rotation Modelling. 2014. </a:t>
            </a:r>
            <a:endParaRPr lang="en-US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06400" lvl="0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 startAt="5"/>
            </a:pPr>
            <a:r>
              <a:rPr lang="en-US" sz="1200" dirty="0">
                <a:solidFill>
                  <a:schemeClr val="dk1"/>
                </a:solidFill>
              </a:rPr>
              <a:t>S. </a:t>
            </a:r>
            <a:r>
              <a:rPr lang="en-US" sz="1200" dirty="0" err="1">
                <a:solidFill>
                  <a:schemeClr val="dk1"/>
                </a:solidFill>
              </a:rPr>
              <a:t>Vairavan</a:t>
            </a:r>
            <a:r>
              <a:rPr lang="en-US" sz="1200" dirty="0">
                <a:solidFill>
                  <a:schemeClr val="dk1"/>
                </a:solidFill>
              </a:rPr>
              <a:t>, L. Eshelman, S. Haider, A. Flower and A. </a:t>
            </a:r>
            <a:r>
              <a:rPr lang="en-US" sz="1200" dirty="0" err="1">
                <a:solidFill>
                  <a:schemeClr val="dk1"/>
                </a:solidFill>
              </a:rPr>
              <a:t>Seiver</a:t>
            </a:r>
            <a:r>
              <a:rPr lang="en-US" sz="1200" dirty="0">
                <a:solidFill>
                  <a:schemeClr val="dk1"/>
                </a:solidFill>
              </a:rPr>
              <a:t>, "Prediction of mortality in an intensive care unit using logistic regression and a hidden Markov model," 2012 Computing in Cardiology, Krakow, Poland, 2012, pp. 393-396.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>
            <a:spLocks noGrp="1"/>
          </p:cNvSpPr>
          <p:nvPr>
            <p:ph type="body" idx="1"/>
          </p:nvPr>
        </p:nvSpPr>
        <p:spPr>
          <a:xfrm>
            <a:off x="311700" y="373150"/>
            <a:ext cx="8520600" cy="46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+mj-lt"/>
              <a:buAutoNum type="arabicPeriod" startAt="9"/>
            </a:pPr>
            <a:r>
              <a:rPr lang="en" sz="1200" dirty="0">
                <a:solidFill>
                  <a:schemeClr val="dk1"/>
                </a:solidFill>
              </a:rPr>
              <a:t>Bray F, Laversanne M, Weiderpass E, Soerjomataram I. The ever-increasing importance of cancer as a leading cause of premature death worldwide. Cancer. 2021;127(16):3029–30.</a:t>
            </a:r>
          </a:p>
          <a:p>
            <a:pPr marL="228600" lvl="0" indent="-2286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+mj-lt"/>
              <a:buAutoNum type="arabicPeriod" startAt="9"/>
            </a:pPr>
            <a:r>
              <a:rPr lang="en" sz="1200" dirty="0">
                <a:solidFill>
                  <a:schemeClr val="dk1"/>
                </a:solidFill>
              </a:rPr>
              <a:t>Pocock SJ, Gore SM, Kerr GR. Long term survival analysis: The curability of breast cancer. Stat Med. 1982;1(2):93–104.</a:t>
            </a:r>
          </a:p>
          <a:p>
            <a:pPr marL="228600" lvl="0" indent="-2286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+mj-lt"/>
              <a:buAutoNum type="arabicPeriod" startAt="9"/>
            </a:pPr>
            <a:r>
              <a:rPr lang="en" sz="1200" dirty="0">
                <a:solidFill>
                  <a:schemeClr val="dk1"/>
                </a:solidFill>
              </a:rPr>
              <a:t>Neyman J. Proceedings of the Fourth Berkeley Symposium on Mathematical Statistics and Probability: Held at the Statistical La boratory, University of California, June 30-July 30,l960. University of California Press; 1961. 436 p. </a:t>
            </a:r>
          </a:p>
          <a:p>
            <a:pPr marL="228600" lvl="0" indent="-2286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+mj-lt"/>
              <a:buAutoNum type="arabicPeriod" startAt="9"/>
            </a:pPr>
            <a:r>
              <a:rPr lang="en" sz="1200" dirty="0">
                <a:solidFill>
                  <a:schemeClr val="dk1"/>
                </a:solidFill>
              </a:rPr>
              <a:t>Lum, P., Singh, G., Lehman, A. </a:t>
            </a:r>
            <a:r>
              <a:rPr lang="en" sz="1200" i="1" dirty="0">
                <a:solidFill>
                  <a:schemeClr val="dk1"/>
                </a:solidFill>
              </a:rPr>
              <a:t>et al.</a:t>
            </a:r>
            <a:r>
              <a:rPr lang="en" sz="1200" dirty="0">
                <a:solidFill>
                  <a:schemeClr val="dk1"/>
                </a:solidFill>
              </a:rPr>
              <a:t> Extracting insights from the shape of complex data using topology. </a:t>
            </a:r>
            <a:r>
              <a:rPr lang="en" sz="1200" i="1" dirty="0">
                <a:solidFill>
                  <a:schemeClr val="dk1"/>
                </a:solidFill>
              </a:rPr>
              <a:t>Sci Rep</a:t>
            </a:r>
            <a:r>
              <a:rPr lang="en" sz="1200" dirty="0">
                <a:solidFill>
                  <a:schemeClr val="dk1"/>
                </a:solidFill>
              </a:rPr>
              <a:t> </a:t>
            </a:r>
            <a:r>
              <a:rPr lang="en" sz="1200" b="1" dirty="0">
                <a:solidFill>
                  <a:schemeClr val="dk1"/>
                </a:solidFill>
              </a:rPr>
              <a:t>3</a:t>
            </a:r>
            <a:r>
              <a:rPr lang="en" sz="1200" dirty="0">
                <a:solidFill>
                  <a:schemeClr val="dk1"/>
                </a:solidFill>
              </a:rPr>
              <a:t>, 1236 (2013).</a:t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200" u="sng" dirty="0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https://doi.org/10.1038/srep01236</a:t>
            </a:r>
            <a:endParaRPr lang="en" sz="1200" u="sng" dirty="0">
              <a:solidFill>
                <a:schemeClr val="dk1"/>
              </a:solidFill>
            </a:endParaRPr>
          </a:p>
          <a:p>
            <a:pPr marL="228600" lvl="0" indent="-2286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+mj-lt"/>
              <a:buAutoNum type="arabicPeriod" startAt="9"/>
            </a:pPr>
            <a:r>
              <a:rPr lang="en" sz="1200" dirty="0">
                <a:solidFill>
                  <a:schemeClr val="dk1"/>
                </a:solidFill>
              </a:rPr>
              <a:t>Nicolau, Monica, et al. “Topology Based Data Analysis Identifies a Subgroup of Breast Cancers with a Unique Mutational Profile and Excellent Survival.” </a:t>
            </a:r>
            <a:r>
              <a:rPr lang="en" sz="1200" i="1" dirty="0">
                <a:solidFill>
                  <a:schemeClr val="dk1"/>
                </a:solidFill>
              </a:rPr>
              <a:t>Cloudfront.net</a:t>
            </a:r>
            <a:r>
              <a:rPr lang="en" sz="1200" dirty="0">
                <a:solidFill>
                  <a:schemeClr val="dk1"/>
                </a:solidFill>
              </a:rPr>
              <a:t>, Proceedings of the National Academy of Sciences of the United States of America, 11 Apr. 2011, </a:t>
            </a:r>
            <a:r>
              <a:rPr lang="en" sz="1200" u="sng" dirty="0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https://d1bp1ynq8xms31.cloudfront.net/wp-content/uploads/2015/02/Topology_Based_Data_Analysis_Identifies_a_Subgroup_of_Breast_Cancer_with_a_unique_mutational_profile_and_excellent_survival.pdf</a:t>
            </a:r>
            <a:r>
              <a:rPr lang="en" sz="1200" dirty="0">
                <a:solidFill>
                  <a:schemeClr val="dk1"/>
                </a:solidFill>
              </a:rPr>
              <a:t>.</a:t>
            </a:r>
          </a:p>
          <a:p>
            <a:pPr marL="228600" lvl="0" indent="-2286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+mj-lt"/>
              <a:buAutoNum type="arabicPeriod" startAt="9"/>
            </a:pPr>
            <a:r>
              <a:rPr lang="en" sz="1200" dirty="0">
                <a:solidFill>
                  <a:schemeClr val="dk1"/>
                </a:solidFill>
              </a:rPr>
              <a:t>Chang J, Chan HK, Lin J, Chan W. Non-homogeneous continuous-time Markov chain with covariates: Applications to ambulatory hypertension monitoring. Stat Med. 2023 Mar 10. doi: 10.1002/sim.9707. Epub ahead of print. PMID: 36896833.</a:t>
            </a:r>
          </a:p>
          <a:p>
            <a:pPr marL="228600" lvl="0" indent="-2286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+mj-lt"/>
              <a:buAutoNum type="arabicPeriod" startAt="9"/>
            </a:pPr>
            <a:r>
              <a:rPr lang="en" sz="1200" dirty="0">
                <a:solidFill>
                  <a:schemeClr val="dk1"/>
                </a:solidFill>
              </a:rPr>
              <a:t>Barraza NR, Pena G, Moreno V. A non-homogeneous Markov early epidemic growth dynamics model. Application to the SARS-CoV-2 pandemic. Chaos Solitons Fractals. 2020 Oct;139:110297. doi: 10.1016/j.chaos.2020.110297. Epub 2020 Sep 18. PMID: 32982083; PMCID: PMC7500902.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83353"/>
            <a:ext cx="9144001" cy="117679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2"/>
          <p:cNvSpPr txBox="1"/>
          <p:nvPr/>
        </p:nvSpPr>
        <p:spPr>
          <a:xfrm>
            <a:off x="1245450" y="1983350"/>
            <a:ext cx="6653100" cy="981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Thank you, Siyabonga</a:t>
            </a:r>
            <a:r>
              <a:rPr lang="en" sz="4500">
                <a:solidFill>
                  <a:schemeClr val="dk1"/>
                </a:solidFill>
              </a:rPr>
              <a:t>!</a:t>
            </a:r>
            <a:endParaRPr sz="4500" dirty="0">
              <a:solidFill>
                <a:schemeClr val="dk1"/>
              </a:solidFill>
            </a:endParaRPr>
          </a:p>
        </p:txBody>
      </p:sp>
      <p:pic>
        <p:nvPicPr>
          <p:cNvPr id="246" name="Google Shape;24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25" y="2048625"/>
            <a:ext cx="1187575" cy="9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109</TotalTime>
  <Words>2338</Words>
  <Application>Microsoft Office PowerPoint</Application>
  <PresentationFormat>On-screen Show (16:9)</PresentationFormat>
  <Paragraphs>365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Calibri</vt:lpstr>
      <vt:lpstr>Cambria Math</vt:lpstr>
      <vt:lpstr>Calibri Light</vt:lpstr>
      <vt:lpstr>Roboto</vt:lpstr>
      <vt:lpstr>Times New Roman</vt:lpstr>
      <vt:lpstr>Arial</vt:lpstr>
      <vt:lpstr>Courier New</vt:lpstr>
      <vt:lpstr>Office Theme</vt:lpstr>
      <vt:lpstr>A Comparative Study of Stochastic Pure Death Process and Cox Proportional Hazard Models in analyzing survival of breast cancer among Netherlands Women</vt:lpstr>
      <vt:lpstr>Table of Contents</vt:lpstr>
      <vt:lpstr>Background </vt:lpstr>
      <vt:lpstr>Theoretical framework of Breast Cancer in Netherlands</vt:lpstr>
      <vt:lpstr>Aim &amp; Objective</vt:lpstr>
      <vt:lpstr>Data Description</vt:lpstr>
      <vt:lpstr>Model Descriptions</vt:lpstr>
      <vt:lpstr>Methods</vt:lpstr>
      <vt:lpstr>Flow Chart of Research</vt:lpstr>
      <vt:lpstr>Pure death process simulation</vt:lpstr>
      <vt:lpstr>Simulation Statistics</vt:lpstr>
      <vt:lpstr>Pure death process - Remaining Population</vt:lpstr>
      <vt:lpstr>Pure Death Process - 5 Year Intervals</vt:lpstr>
      <vt:lpstr>Pure death process</vt:lpstr>
      <vt:lpstr>Linear Pure Death Trend</vt:lpstr>
      <vt:lpstr>Logistic Regression Model</vt:lpstr>
      <vt:lpstr>PowerPoint Presentation</vt:lpstr>
      <vt:lpstr>Simulations versus Real Data for Death Rates</vt:lpstr>
      <vt:lpstr>Simulation vs Real Data in Survival Analysis Graphs</vt:lpstr>
      <vt:lpstr>Simulation vs Actual Data in Survival Analysis Graphs</vt:lpstr>
      <vt:lpstr>Cox Proportional Hazards Model</vt:lpstr>
      <vt:lpstr>Graph for Cox PH Model</vt:lpstr>
      <vt:lpstr>Discussion</vt:lpstr>
      <vt:lpstr>Useful R Packages for Birth-Death Process</vt:lpstr>
      <vt:lpstr>Conclusion</vt:lpstr>
      <vt:lpstr>Future Analysis</vt:lpstr>
      <vt:lpstr>Acknowledgement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Comparative Study of Stochastic Pure Death Process and Cox Proportional Hazard Models in analyzing survival of breast cancer among Netherlands Women</dc:title>
  <dc:creator>Aaron Niecestro</dc:creator>
  <cp:lastModifiedBy>Aaron Niecestro</cp:lastModifiedBy>
  <cp:revision>1</cp:revision>
  <dcterms:modified xsi:type="dcterms:W3CDTF">2023-04-17T04:02:22Z</dcterms:modified>
</cp:coreProperties>
</file>